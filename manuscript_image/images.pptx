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16" r:id="rId3"/>
    <p:sldId id="270" r:id="rId4"/>
    <p:sldId id="274" r:id="rId5"/>
    <p:sldId id="318" r:id="rId6"/>
    <p:sldId id="271" r:id="rId7"/>
    <p:sldId id="278" r:id="rId8"/>
    <p:sldId id="279" r:id="rId9"/>
    <p:sldId id="280" r:id="rId10"/>
    <p:sldId id="276" r:id="rId11"/>
    <p:sldId id="319" r:id="rId12"/>
    <p:sldId id="317" r:id="rId13"/>
    <p:sldId id="277" r:id="rId14"/>
    <p:sldId id="281" r:id="rId15"/>
    <p:sldId id="321" r:id="rId16"/>
    <p:sldId id="320" r:id="rId17"/>
    <p:sldId id="322" r:id="rId18"/>
    <p:sldId id="326" r:id="rId19"/>
    <p:sldId id="323" r:id="rId20"/>
    <p:sldId id="324" r:id="rId21"/>
    <p:sldId id="315" r:id="rId22"/>
    <p:sldId id="32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>
      <p:cViewPr varScale="1">
        <p:scale>
          <a:sx n="72" d="100"/>
          <a:sy n="72" d="100"/>
        </p:scale>
        <p:origin x="19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43E4A-A41A-42FD-8010-48B24052E2B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83D87-FF08-4B60-B362-A4F5C715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86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83D87-FF08-4B60-B362-A4F5C715E3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430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5D9F7-3363-42A8-8226-56EDDE296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3401B3-DDE5-4A85-849E-66FCC7E6D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B786D6-316E-4ACC-AB37-0A2E766D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C19753-4A5E-4227-AFA9-8C9498A7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CA108-A664-4B0F-952B-12BF1920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12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B432F-670F-486C-BAF7-B20F6644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63B5BA-A771-4A0F-A24A-A3735857C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236167-0701-4540-BA16-09BFF778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2AB41-1C2F-484C-81D6-396AC07D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BC511-9C5C-4ACB-B3DA-C2CE89B0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95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E2667-48B0-405F-9047-A1A8686B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0588E9-F868-403C-9C33-28614E4B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0C2DFF-EE46-431B-BC28-8CF6E832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4C6CCE-9B57-4AC5-BE47-BE9E71FD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F1A42-AA73-46A3-BF14-DD279FEE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37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01937-4589-446D-90CA-9A64C504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2248A3-35CF-4FDD-8AF1-C81BECFF4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BF85A0-07A7-4F3F-8776-C9C30AAD6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A49AE9-E616-4508-AB5F-6C40543C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629185-53A9-4BC1-BD1C-078685BA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B25FFD-5D53-431B-A2FD-2E00F612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53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00633-060B-419A-89B5-B236B728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7F6008-CAAB-403B-8640-FFD31D1A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80390E-39C2-4F5D-9699-780C19637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F0EA07-1BF4-4EAB-85D3-460165242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67A24D-3E86-46E6-B790-7E9F870C1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34432E-99DC-4004-95D7-E3DF3764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D53D2A-5135-4EF9-AF78-998FA18F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2A0097-310C-4E61-BBB0-E1BAD190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47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26496-107C-4F27-B132-438EEDB5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2A8132-398A-4E50-9F4E-096C6B07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A3D792-9C0F-4A6C-9E93-DD1D8DB0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5998E9-6A54-4174-85D1-5B367C1A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5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159D20-93EA-48A3-AAEA-52F7E9C1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B8FAE7-B6F1-4AE5-B287-9E6B93F9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52E73-20E6-44B4-8F67-851272A4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03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20730-2396-4DEB-9DB4-C6FF92DB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EE336B-F909-4D02-867F-DE74FE363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0264F2-D95A-4343-A3E2-0CF86ED54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40F8B7-09AB-4B00-8B89-308B49C4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9C7798-76C1-4277-A0EC-79930AAA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D39062-6BE8-4ADF-A7A2-0827543C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75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CDFC2-924B-4A52-8818-78982E7E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11706B-69D6-4BE9-9E10-C10C6ECA6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44DCE6-5408-4AE2-AB45-82A729E2B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0D9B8E-FEEC-4846-8738-97BA2F3E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C8169-CACF-430C-A107-0D0D3E7C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71D47F-DC7B-428B-9969-A7120A05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80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703FD-D4E0-42F3-9218-2285C142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031222-0B87-40CB-9479-A2D29382D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854BBC-54E8-412A-9982-29AD77F5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B8984-F58A-4D74-AD6C-35822F82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9A53B-EAC4-4F51-9C72-660BE7A7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6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814C7B-7857-49A0-AA4F-29EE222C0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114004-1800-4633-8DE9-0844A840C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0B8C6F-86F9-4B1F-9894-6C8F8CEB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58515-DCAD-4DAA-B5D9-2542D52B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24404-60BF-4E76-9FB8-455E9FA1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17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55BF9F-B9C1-437B-AD00-4B928074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426B44-07EF-4B6E-A836-A7E5E654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5CE6F-B4D1-4938-89E3-42AAF80AD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10D00-EBDD-46B5-B63D-F21270FD24FA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993933-0ACD-4398-A9C9-AD37D9618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245DE3-23D7-400C-8B0C-164F3D0D1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4.png"/><Relationship Id="rId7" Type="http://schemas.openxmlformats.org/officeDocument/2006/relationships/image" Target="../media/image61.png"/><Relationship Id="rId12" Type="http://schemas.openxmlformats.org/officeDocument/2006/relationships/image" Target="../media/image1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100.png"/><Relationship Id="rId5" Type="http://schemas.openxmlformats.org/officeDocument/2006/relationships/image" Target="../media/image410.png"/><Relationship Id="rId10" Type="http://schemas.openxmlformats.org/officeDocument/2006/relationships/image" Target="../media/image90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4683E-D106-492F-BA29-455085C2B5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CA69B5-7DCD-44ED-8EA1-FE5C530E7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49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17258-D4F1-B1EB-D2C6-3B1AF2D5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A4B13E6-6BA2-85F7-EF35-9139AC67040D}"/>
              </a:ext>
            </a:extLst>
          </p:cNvPr>
          <p:cNvSpPr txBox="1"/>
          <p:nvPr/>
        </p:nvSpPr>
        <p:spPr>
          <a:xfrm>
            <a:off x="-1" y="0"/>
            <a:ext cx="2532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TOC Graphics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9EEA55-B4D1-8030-A1FC-7F9C7F06EFEB}"/>
              </a:ext>
            </a:extLst>
          </p:cNvPr>
          <p:cNvSpPr txBox="1"/>
          <p:nvPr/>
        </p:nvSpPr>
        <p:spPr>
          <a:xfrm>
            <a:off x="1800000" y="1440000"/>
            <a:ext cx="2970000" cy="160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DB18D6-3260-4609-3EB3-D36A7D38B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000" y="2088000"/>
            <a:ext cx="1080000" cy="720000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E24C3B-7E01-46CF-30DD-F34DA9DE0245}"/>
              </a:ext>
            </a:extLst>
          </p:cNvPr>
          <p:cNvSpPr txBox="1"/>
          <p:nvPr/>
        </p:nvSpPr>
        <p:spPr>
          <a:xfrm>
            <a:off x="1800000" y="2826000"/>
            <a:ext cx="1260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</a:t>
            </a:r>
            <a:r>
              <a: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ko-KR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0644F-8514-654F-874F-325CBDE8D3A1}"/>
              </a:ext>
            </a:extLst>
          </p:cNvPr>
          <p:cNvSpPr txBox="1"/>
          <p:nvPr/>
        </p:nvSpPr>
        <p:spPr>
          <a:xfrm>
            <a:off x="3510000" y="2826000"/>
            <a:ext cx="1260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water sites </a:t>
            </a:r>
            <a:endParaRPr lang="ko-KR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1CA7B3-8CEF-69BD-1EC3-1A30B5FEBAA1}"/>
              </a:ext>
            </a:extLst>
          </p:cNvPr>
          <p:cNvSpPr txBox="1"/>
          <p:nvPr/>
        </p:nvSpPr>
        <p:spPr>
          <a:xfrm>
            <a:off x="2758737" y="2329777"/>
            <a:ext cx="1052895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WatGNN</a:t>
            </a:r>
            <a:endParaRPr lang="ko-KR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2CD66F2-65E7-8B34-3563-7DEAAA9E28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845516" y="1856877"/>
            <a:ext cx="294852" cy="2311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4A976F0-93BC-0046-3852-5D92DDA1D49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430000" y="1856877"/>
            <a:ext cx="295200" cy="2311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BBABF1D9-8CD5-359D-1488-88DE24312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1" b="15600"/>
          <a:stretch>
            <a:fillRect/>
          </a:stretch>
        </p:blipFill>
        <p:spPr>
          <a:xfrm>
            <a:off x="2745000" y="1728000"/>
            <a:ext cx="1080000" cy="515509"/>
          </a:xfrm>
          <a:prstGeom prst="rect">
            <a:avLst/>
          </a:prstGeom>
          <a:ln>
            <a:noFill/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8F4D636-8996-B92E-B4F5-B924204A9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368" y="2088000"/>
            <a:ext cx="1080000" cy="720000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3C6A14-320E-D1D2-E34C-E9B167826842}"/>
              </a:ext>
            </a:extLst>
          </p:cNvPr>
          <p:cNvSpPr txBox="1"/>
          <p:nvPr/>
        </p:nvSpPr>
        <p:spPr>
          <a:xfrm>
            <a:off x="2566800" y="1440000"/>
            <a:ext cx="1440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SE(3)-Equivariant</a:t>
            </a:r>
            <a:br>
              <a:rPr lang="en-US" altLang="ko-K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</a:t>
            </a:r>
            <a:endParaRPr lang="ko-KR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252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047214C-62BA-44B0-BCF7-CCD904860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0000"/>
            <a:ext cx="3888000" cy="259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488FB7A-63F0-4FFB-AAC1-CC0B5381A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360000"/>
            <a:ext cx="3888000" cy="2592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670AE9-2DE6-4412-9AC2-D8B8C7A76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72000"/>
            <a:ext cx="3888000" cy="2592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CEC7B5C-8604-4EA3-8F1C-24FF7A110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3672000"/>
            <a:ext cx="3888000" cy="2592000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353D658-D674-4E2F-95F6-0292EDD4CC7E}"/>
              </a:ext>
            </a:extLst>
          </p:cNvPr>
          <p:cNvCxnSpPr>
            <a:stCxn id="9" idx="2"/>
            <a:endCxn id="19" idx="0"/>
          </p:cNvCxnSpPr>
          <p:nvPr/>
        </p:nvCxnSpPr>
        <p:spPr>
          <a:xfrm>
            <a:off x="2664000" y="2952000"/>
            <a:ext cx="0" cy="72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04218C7-8030-4BED-AFEA-105E38F83E05}"/>
              </a:ext>
            </a:extLst>
          </p:cNvPr>
          <p:cNvCxnSpPr>
            <a:stCxn id="21" idx="0"/>
            <a:endCxn id="17" idx="2"/>
          </p:cNvCxnSpPr>
          <p:nvPr/>
        </p:nvCxnSpPr>
        <p:spPr>
          <a:xfrm flipV="1">
            <a:off x="7704000" y="2952000"/>
            <a:ext cx="0" cy="72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72183FB-4577-4C6A-952F-A0D691A6007E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4608000" y="4968000"/>
            <a:ext cx="1152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2E059A-CE34-4FB6-BBE5-ED3C69A9689D}"/>
              </a:ext>
            </a:extLst>
          </p:cNvPr>
          <p:cNvSpPr/>
          <p:nvPr/>
        </p:nvSpPr>
        <p:spPr>
          <a:xfrm>
            <a:off x="2342001" y="1397764"/>
            <a:ext cx="480997" cy="4394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CBE1B-4BCB-4E87-AD65-15F1161DE241}"/>
              </a:ext>
            </a:extLst>
          </p:cNvPr>
          <p:cNvSpPr txBox="1"/>
          <p:nvPr/>
        </p:nvSpPr>
        <p:spPr>
          <a:xfrm>
            <a:off x="2643380" y="3118267"/>
            <a:ext cx="1481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Probe building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28370-B53F-42EC-B496-81EB8F86F466}"/>
              </a:ext>
            </a:extLst>
          </p:cNvPr>
          <p:cNvSpPr txBox="1"/>
          <p:nvPr/>
        </p:nvSpPr>
        <p:spPr>
          <a:xfrm>
            <a:off x="4653360" y="5044655"/>
            <a:ext cx="106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SE(3)-GNN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80797C-6FFB-412F-8A04-569DFD2D484D}"/>
              </a:ext>
            </a:extLst>
          </p:cNvPr>
          <p:cNvSpPr txBox="1"/>
          <p:nvPr/>
        </p:nvSpPr>
        <p:spPr>
          <a:xfrm>
            <a:off x="7704000" y="3158111"/>
            <a:ext cx="162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clustering 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57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94B118C3-19E9-4DD5-A05C-74F0C2CDAFB0}"/>
              </a:ext>
            </a:extLst>
          </p:cNvPr>
          <p:cNvSpPr txBox="1"/>
          <p:nvPr/>
        </p:nvSpPr>
        <p:spPr>
          <a:xfrm>
            <a:off x="-1" y="0"/>
            <a:ext cx="22007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(deprecated)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641F6A64-2042-E1FB-8505-168B7169AE38}"/>
              </a:ext>
            </a:extLst>
          </p:cNvPr>
          <p:cNvGrpSpPr/>
          <p:nvPr/>
        </p:nvGrpSpPr>
        <p:grpSpPr>
          <a:xfrm>
            <a:off x="2804043" y="482069"/>
            <a:ext cx="7263982" cy="6029218"/>
            <a:chOff x="2804043" y="482069"/>
            <a:chExt cx="7263982" cy="6029218"/>
          </a:xfrm>
        </p:grpSpPr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A9AC68F7-5FC5-4D23-A62D-DB5C5255B9AA}"/>
                </a:ext>
              </a:extLst>
            </p:cNvPr>
            <p:cNvCxnSpPr>
              <a:cxnSpLocks/>
              <a:stCxn id="81" idx="2"/>
            </p:cNvCxnSpPr>
            <p:nvPr/>
          </p:nvCxnSpPr>
          <p:spPr>
            <a:xfrm flipH="1">
              <a:off x="7324825" y="2700002"/>
              <a:ext cx="972439" cy="0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D166959A-FCBE-4676-9003-0390F1F9E2F4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V="1">
              <a:off x="8297265" y="1717200"/>
              <a:ext cx="0" cy="972000"/>
            </a:xfrm>
            <a:prstGeom prst="straightConnector1">
              <a:avLst/>
            </a:prstGeom>
            <a:ln w="508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D1CA1134-B532-429E-A236-2ADE7FE76822}"/>
                </a:ext>
              </a:extLst>
            </p:cNvPr>
            <p:cNvCxnSpPr>
              <a:stCxn id="28" idx="6"/>
              <a:endCxn id="64" idx="2"/>
            </p:cNvCxnSpPr>
            <p:nvPr/>
          </p:nvCxnSpPr>
          <p:spPr>
            <a:xfrm flipH="1">
              <a:off x="2962800" y="3420001"/>
              <a:ext cx="720001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667BF4C4-5B0C-4992-B557-7F77F0B03BE3}"/>
                </a:ext>
              </a:extLst>
            </p:cNvPr>
            <p:cNvCxnSpPr>
              <a:cxnSpLocks/>
              <a:stCxn id="31" idx="3"/>
              <a:endCxn id="60" idx="6"/>
            </p:cNvCxnSpPr>
            <p:nvPr/>
          </p:nvCxnSpPr>
          <p:spPr>
            <a:xfrm>
              <a:off x="4932000" y="4140001"/>
              <a:ext cx="720001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E47DCE5D-7CEC-498B-B79E-E53CE5F1F53F}"/>
                </a:ext>
              </a:extLst>
            </p:cNvPr>
            <p:cNvCxnSpPr>
              <a:stCxn id="35" idx="3"/>
              <a:endCxn id="58" idx="7"/>
            </p:cNvCxnSpPr>
            <p:nvPr/>
          </p:nvCxnSpPr>
          <p:spPr>
            <a:xfrm flipV="1">
              <a:off x="5554800" y="1717200"/>
              <a:ext cx="360001" cy="622801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802D5EB-DC75-4D14-911F-48A29944B6E7}"/>
                </a:ext>
              </a:extLst>
            </p:cNvPr>
            <p:cNvCxnSpPr>
              <a:stCxn id="23" idx="1"/>
              <a:endCxn id="28" idx="5"/>
            </p:cNvCxnSpPr>
            <p:nvPr/>
          </p:nvCxnSpPr>
          <p:spPr>
            <a:xfrm>
              <a:off x="3060000" y="306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783821A-CDDD-46A8-85FE-667ED7D77729}"/>
                </a:ext>
              </a:extLst>
            </p:cNvPr>
            <p:cNvCxnSpPr>
              <a:stCxn id="28" idx="3"/>
              <a:endCxn id="27" idx="7"/>
            </p:cNvCxnSpPr>
            <p:nvPr/>
          </p:nvCxnSpPr>
          <p:spPr>
            <a:xfrm flipV="1">
              <a:off x="3682800" y="306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7F077208-96CD-4474-B2AF-32FD5C3E9083}"/>
                </a:ext>
              </a:extLst>
            </p:cNvPr>
            <p:cNvCxnSpPr>
              <a:stCxn id="27" idx="4"/>
              <a:endCxn id="32" idx="0"/>
            </p:cNvCxnSpPr>
            <p:nvPr/>
          </p:nvCxnSpPr>
          <p:spPr>
            <a:xfrm flipV="1">
              <a:off x="4305601" y="2340000"/>
              <a:ext cx="0" cy="72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39D61E5B-5D6E-4FD8-9B14-561E50345F75}"/>
                </a:ext>
              </a:extLst>
            </p:cNvPr>
            <p:cNvCxnSpPr>
              <a:stCxn id="32" idx="3"/>
              <a:endCxn id="33" idx="7"/>
            </p:cNvCxnSpPr>
            <p:nvPr/>
          </p:nvCxnSpPr>
          <p:spPr>
            <a:xfrm flipV="1">
              <a:off x="4305600" y="1980000"/>
              <a:ext cx="6264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F6D8B462-B05B-41E7-B06A-FD8E96C370B9}"/>
                </a:ext>
              </a:extLst>
            </p:cNvPr>
            <p:cNvCxnSpPr>
              <a:stCxn id="33" idx="4"/>
              <a:endCxn id="34" idx="0"/>
            </p:cNvCxnSpPr>
            <p:nvPr/>
          </p:nvCxnSpPr>
          <p:spPr>
            <a:xfrm flipV="1">
              <a:off x="4932001" y="1260000"/>
              <a:ext cx="0" cy="72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D58FF64D-FFC6-4D04-BE0C-FE4538B91633}"/>
                </a:ext>
              </a:extLst>
            </p:cNvPr>
            <p:cNvCxnSpPr>
              <a:stCxn id="35" idx="5"/>
              <a:endCxn id="33" idx="1"/>
            </p:cNvCxnSpPr>
            <p:nvPr/>
          </p:nvCxnSpPr>
          <p:spPr>
            <a:xfrm flipH="1" flipV="1">
              <a:off x="4932000" y="198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2BC5F65A-0B1D-4C82-BA9B-BBE576E1A755}"/>
                </a:ext>
              </a:extLst>
            </p:cNvPr>
            <p:cNvCxnSpPr>
              <a:stCxn id="29" idx="5"/>
              <a:endCxn id="27" idx="1"/>
            </p:cNvCxnSpPr>
            <p:nvPr/>
          </p:nvCxnSpPr>
          <p:spPr>
            <a:xfrm flipH="1" flipV="1">
              <a:off x="4305600" y="3060000"/>
              <a:ext cx="6264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96B3CC97-21A4-4C11-88D7-BC62A01C0687}"/>
                </a:ext>
              </a:extLst>
            </p:cNvPr>
            <p:cNvCxnSpPr>
              <a:stCxn id="31" idx="4"/>
              <a:endCxn id="29" idx="0"/>
            </p:cNvCxnSpPr>
            <p:nvPr/>
          </p:nvCxnSpPr>
          <p:spPr>
            <a:xfrm flipV="1">
              <a:off x="4932001" y="3420000"/>
              <a:ext cx="0" cy="72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F7086A2B-11C1-488B-969D-1E9DF7220A48}"/>
                </a:ext>
              </a:extLst>
            </p:cNvPr>
            <p:cNvCxnSpPr>
              <a:stCxn id="30" idx="7"/>
              <a:endCxn id="29" idx="3"/>
            </p:cNvCxnSpPr>
            <p:nvPr/>
          </p:nvCxnSpPr>
          <p:spPr>
            <a:xfrm flipH="1">
              <a:off x="4932000" y="306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C32A1F00-BDAC-46E2-9A25-CEF3B437B46A}"/>
                </a:ext>
              </a:extLst>
            </p:cNvPr>
            <p:cNvSpPr/>
            <p:nvPr/>
          </p:nvSpPr>
          <p:spPr>
            <a:xfrm>
              <a:off x="4125600" y="216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ED8F4BB-1DB0-4A5A-BFB1-E5DF576B19EA}"/>
                </a:ext>
              </a:extLst>
            </p:cNvPr>
            <p:cNvSpPr/>
            <p:nvPr/>
          </p:nvSpPr>
          <p:spPr>
            <a:xfrm>
              <a:off x="2880000" y="2880000"/>
              <a:ext cx="360000" cy="36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DCF97B4-9C50-405C-84D2-4C8C0C6A07CB}"/>
                </a:ext>
              </a:extLst>
            </p:cNvPr>
            <p:cNvSpPr/>
            <p:nvPr/>
          </p:nvSpPr>
          <p:spPr>
            <a:xfrm>
              <a:off x="4752000" y="324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8B6ECAD-6E13-47C3-B04B-D9E2C1BA918F}"/>
                </a:ext>
              </a:extLst>
            </p:cNvPr>
            <p:cNvSpPr/>
            <p:nvPr/>
          </p:nvSpPr>
          <p:spPr>
            <a:xfrm>
              <a:off x="4125600" y="288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2FFD59E-FFF4-4544-A0EA-74659451B10E}"/>
                </a:ext>
              </a:extLst>
            </p:cNvPr>
            <p:cNvSpPr/>
            <p:nvPr/>
          </p:nvSpPr>
          <p:spPr>
            <a:xfrm>
              <a:off x="4752000" y="180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054DBB5-58FD-4BF1-AEC1-EB8D514EF502}"/>
                </a:ext>
              </a:extLst>
            </p:cNvPr>
            <p:cNvSpPr/>
            <p:nvPr/>
          </p:nvSpPr>
          <p:spPr>
            <a:xfrm>
              <a:off x="5374800" y="2880000"/>
              <a:ext cx="360000" cy="36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CF914D7E-3CE6-4449-944D-16696449779F}"/>
                </a:ext>
              </a:extLst>
            </p:cNvPr>
            <p:cNvSpPr/>
            <p:nvPr/>
          </p:nvSpPr>
          <p:spPr>
            <a:xfrm>
              <a:off x="3060000" y="30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4698B832-B13B-42EE-A70C-BEBB9F0F8DB9}"/>
                </a:ext>
              </a:extLst>
            </p:cNvPr>
            <p:cNvSpPr/>
            <p:nvPr/>
          </p:nvSpPr>
          <p:spPr>
            <a:xfrm>
              <a:off x="4305600" y="30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46B2293-2344-4E77-A8E7-DEF8A6846363}"/>
                </a:ext>
              </a:extLst>
            </p:cNvPr>
            <p:cNvSpPr/>
            <p:nvPr/>
          </p:nvSpPr>
          <p:spPr>
            <a:xfrm>
              <a:off x="3682800" y="342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122C561-D51F-42BC-9F4A-AB1490AF7CC2}"/>
                </a:ext>
              </a:extLst>
            </p:cNvPr>
            <p:cNvSpPr/>
            <p:nvPr/>
          </p:nvSpPr>
          <p:spPr>
            <a:xfrm>
              <a:off x="4932000" y="342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A6BB34C-1E6D-4F83-8811-2A2191E80721}"/>
                </a:ext>
              </a:extLst>
            </p:cNvPr>
            <p:cNvSpPr/>
            <p:nvPr/>
          </p:nvSpPr>
          <p:spPr>
            <a:xfrm>
              <a:off x="5554800" y="30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976D4B1-3617-41C9-84D8-10BA40A8A23D}"/>
                </a:ext>
              </a:extLst>
            </p:cNvPr>
            <p:cNvSpPr/>
            <p:nvPr/>
          </p:nvSpPr>
          <p:spPr>
            <a:xfrm>
              <a:off x="4932000" y="41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CC4380-4C61-414B-88CB-81AF388FEA72}"/>
                </a:ext>
              </a:extLst>
            </p:cNvPr>
            <p:cNvSpPr/>
            <p:nvPr/>
          </p:nvSpPr>
          <p:spPr>
            <a:xfrm>
              <a:off x="4305600" y="23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20C1D5C7-8DBB-4BDB-A475-DE36F2BC295C}"/>
                </a:ext>
              </a:extLst>
            </p:cNvPr>
            <p:cNvSpPr/>
            <p:nvPr/>
          </p:nvSpPr>
          <p:spPr>
            <a:xfrm>
              <a:off x="4932000" y="198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2A23661-FDE1-4BA6-B662-A645F04913DC}"/>
                </a:ext>
              </a:extLst>
            </p:cNvPr>
            <p:cNvSpPr/>
            <p:nvPr/>
          </p:nvSpPr>
          <p:spPr>
            <a:xfrm>
              <a:off x="4932000" y="12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71869CB2-5AFC-44D6-BD14-DB25C3AE17A5}"/>
                </a:ext>
              </a:extLst>
            </p:cNvPr>
            <p:cNvSpPr/>
            <p:nvPr/>
          </p:nvSpPr>
          <p:spPr>
            <a:xfrm>
              <a:off x="5554800" y="23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DC9DC77-ADC4-41A2-A87E-43A3478188CC}"/>
                </a:ext>
              </a:extLst>
            </p:cNvPr>
            <p:cNvSpPr/>
            <p:nvPr/>
          </p:nvSpPr>
          <p:spPr>
            <a:xfrm>
              <a:off x="4518000" y="2566800"/>
              <a:ext cx="360000" cy="360000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FC56C38-FD72-4856-9D46-D288564C7139}"/>
                </a:ext>
              </a:extLst>
            </p:cNvPr>
            <p:cNvSpPr/>
            <p:nvPr/>
          </p:nvSpPr>
          <p:spPr>
            <a:xfrm>
              <a:off x="5043600" y="547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2EB510F-CB12-448B-A844-1E17A468A54F}"/>
                </a:ext>
              </a:extLst>
            </p:cNvPr>
            <p:cNvSpPr/>
            <p:nvPr/>
          </p:nvSpPr>
          <p:spPr>
            <a:xfrm>
              <a:off x="3081600" y="38196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5F91436-FC90-4C92-A712-8F7832204CDD}"/>
                </a:ext>
              </a:extLst>
            </p:cNvPr>
            <p:cNvSpPr/>
            <p:nvPr/>
          </p:nvSpPr>
          <p:spPr>
            <a:xfrm>
              <a:off x="5050800" y="4849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28CD22D-BA2F-4B36-BB96-DD32ED4CECFC}"/>
                </a:ext>
              </a:extLst>
            </p:cNvPr>
            <p:cNvSpPr/>
            <p:nvPr/>
          </p:nvSpPr>
          <p:spPr>
            <a:xfrm>
              <a:off x="6206400" y="20304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DB5CCE2-3BB6-40FE-AAFD-042CF7BDAB2A}"/>
                </a:ext>
              </a:extLst>
            </p:cNvPr>
            <p:cNvSpPr/>
            <p:nvPr/>
          </p:nvSpPr>
          <p:spPr>
            <a:xfrm>
              <a:off x="3682800" y="41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94971FB-7281-40C0-B4DB-239ABEA44454}"/>
                </a:ext>
              </a:extLst>
            </p:cNvPr>
            <p:cNvSpPr/>
            <p:nvPr/>
          </p:nvSpPr>
          <p:spPr>
            <a:xfrm>
              <a:off x="4932000" y="48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E0887E1-D7E7-4B59-A642-74E171D8E735}"/>
                </a:ext>
              </a:extLst>
            </p:cNvPr>
            <p:cNvSpPr/>
            <p:nvPr/>
          </p:nvSpPr>
          <p:spPr>
            <a:xfrm>
              <a:off x="6177600" y="270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D87C255-2867-41B5-A347-D8A4262D9C93}"/>
                </a:ext>
              </a:extLst>
            </p:cNvPr>
            <p:cNvSpPr/>
            <p:nvPr/>
          </p:nvSpPr>
          <p:spPr>
            <a:xfrm>
              <a:off x="4932000" y="5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C846AB68-2CAE-4148-BB5C-E6EAA6787403}"/>
                </a:ext>
              </a:extLst>
            </p:cNvPr>
            <p:cNvCxnSpPr>
              <a:stCxn id="34" idx="4"/>
              <a:endCxn id="44" idx="0"/>
            </p:cNvCxnSpPr>
            <p:nvPr/>
          </p:nvCxnSpPr>
          <p:spPr>
            <a:xfrm flipV="1">
              <a:off x="4932001" y="540000"/>
              <a:ext cx="0" cy="72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7780980-6A39-44D0-876E-D0A912D6A25F}"/>
                </a:ext>
              </a:extLst>
            </p:cNvPr>
            <p:cNvCxnSpPr>
              <a:stCxn id="34" idx="4"/>
              <a:endCxn id="37" idx="7"/>
            </p:cNvCxnSpPr>
            <p:nvPr/>
          </p:nvCxnSpPr>
          <p:spPr>
            <a:xfrm flipV="1">
              <a:off x="4932001" y="547200"/>
              <a:ext cx="111600" cy="7128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D72FC7D6-C942-4478-B269-32B64910BE1F}"/>
                </a:ext>
              </a:extLst>
            </p:cNvPr>
            <p:cNvCxnSpPr>
              <a:stCxn id="35" idx="3"/>
              <a:endCxn id="40" idx="7"/>
            </p:cNvCxnSpPr>
            <p:nvPr/>
          </p:nvCxnSpPr>
          <p:spPr>
            <a:xfrm flipV="1">
              <a:off x="5554800" y="2030400"/>
              <a:ext cx="651601" cy="3096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C5607C8F-EA5A-4E5F-8475-D784F6BEC175}"/>
                </a:ext>
              </a:extLst>
            </p:cNvPr>
            <p:cNvCxnSpPr>
              <a:cxnSpLocks/>
            </p:cNvCxnSpPr>
            <p:nvPr/>
          </p:nvCxnSpPr>
          <p:spPr>
            <a:xfrm>
              <a:off x="5554800" y="2340000"/>
              <a:ext cx="622801" cy="36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CE3B5848-FBC3-4061-9EBD-0A55F25913C8}"/>
                </a:ext>
              </a:extLst>
            </p:cNvPr>
            <p:cNvCxnSpPr>
              <a:stCxn id="31" idx="0"/>
              <a:endCxn id="42" idx="4"/>
            </p:cNvCxnSpPr>
            <p:nvPr/>
          </p:nvCxnSpPr>
          <p:spPr>
            <a:xfrm>
              <a:off x="4932001" y="4140000"/>
              <a:ext cx="0" cy="72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761217EE-927A-4873-88EC-722D966E3E53}"/>
                </a:ext>
              </a:extLst>
            </p:cNvPr>
            <p:cNvCxnSpPr>
              <a:stCxn id="31" idx="1"/>
              <a:endCxn id="39" idx="5"/>
            </p:cNvCxnSpPr>
            <p:nvPr/>
          </p:nvCxnSpPr>
          <p:spPr>
            <a:xfrm>
              <a:off x="4932000" y="4140000"/>
              <a:ext cx="118801" cy="7092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096E8C97-8ECB-4417-A44E-8E7692A7B7C7}"/>
                </a:ext>
              </a:extLst>
            </p:cNvPr>
            <p:cNvCxnSpPr>
              <a:stCxn id="28" idx="7"/>
              <a:endCxn id="38" idx="3"/>
            </p:cNvCxnSpPr>
            <p:nvPr/>
          </p:nvCxnSpPr>
          <p:spPr>
            <a:xfrm flipH="1">
              <a:off x="3081600" y="3420000"/>
              <a:ext cx="601201" cy="3996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09F8FE3-49F4-4A81-913F-EB091BA7AC5F}"/>
                </a:ext>
              </a:extLst>
            </p:cNvPr>
            <p:cNvCxnSpPr>
              <a:stCxn id="28" idx="0"/>
              <a:endCxn id="41" idx="4"/>
            </p:cNvCxnSpPr>
            <p:nvPr/>
          </p:nvCxnSpPr>
          <p:spPr>
            <a:xfrm>
              <a:off x="3682801" y="3420000"/>
              <a:ext cx="0" cy="72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0BBBECC-A4B4-4A9F-859F-39699D769958}"/>
                </a:ext>
              </a:extLst>
            </p:cNvPr>
            <p:cNvSpPr/>
            <p:nvPr/>
          </p:nvSpPr>
          <p:spPr>
            <a:xfrm>
              <a:off x="5374800" y="216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828A7C3-6BEE-4748-9BFD-6415E5FB8733}"/>
                </a:ext>
              </a:extLst>
            </p:cNvPr>
            <p:cNvSpPr/>
            <p:nvPr/>
          </p:nvSpPr>
          <p:spPr>
            <a:xfrm>
              <a:off x="3502800" y="324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FF00FF"/>
                  </a:solidFill>
                </a:ln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51CA524-E137-4C64-8EE2-E2FE20FD9B23}"/>
                </a:ext>
              </a:extLst>
            </p:cNvPr>
            <p:cNvSpPr/>
            <p:nvPr/>
          </p:nvSpPr>
          <p:spPr>
            <a:xfrm>
              <a:off x="4752000" y="396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5A7F796-451C-48CC-BCBA-3983B1DC162A}"/>
                </a:ext>
              </a:extLst>
            </p:cNvPr>
            <p:cNvSpPr/>
            <p:nvPr/>
          </p:nvSpPr>
          <p:spPr>
            <a:xfrm>
              <a:off x="5652000" y="12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C6C104F6-A5C9-4CD5-AB97-A8CF8E7D898E}"/>
                </a:ext>
              </a:extLst>
            </p:cNvPr>
            <p:cNvCxnSpPr>
              <a:stCxn id="34" idx="2"/>
              <a:endCxn id="54" idx="6"/>
            </p:cNvCxnSpPr>
            <p:nvPr/>
          </p:nvCxnSpPr>
          <p:spPr>
            <a:xfrm>
              <a:off x="4932000" y="1260001"/>
              <a:ext cx="720001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83F01DB-E67F-4B01-8F3A-DE86CA4FE74C}"/>
                </a:ext>
              </a:extLst>
            </p:cNvPr>
            <p:cNvSpPr/>
            <p:nvPr/>
          </p:nvSpPr>
          <p:spPr>
            <a:xfrm>
              <a:off x="4752000" y="108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03F7600-544B-45C5-8A6E-83397665B8CF}"/>
                </a:ext>
              </a:extLst>
            </p:cNvPr>
            <p:cNvSpPr/>
            <p:nvPr/>
          </p:nvSpPr>
          <p:spPr>
            <a:xfrm>
              <a:off x="5914800" y="1717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0BCE2115-0B4C-4CF7-B0C8-01AC313D9773}"/>
                </a:ext>
              </a:extLst>
            </p:cNvPr>
            <p:cNvSpPr/>
            <p:nvPr/>
          </p:nvSpPr>
          <p:spPr>
            <a:xfrm>
              <a:off x="5652000" y="41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879CB056-9C1E-49C9-85E4-736A269D0307}"/>
                </a:ext>
              </a:extLst>
            </p:cNvPr>
            <p:cNvSpPr/>
            <p:nvPr/>
          </p:nvSpPr>
          <p:spPr>
            <a:xfrm>
              <a:off x="2962800" y="342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DC12A9DD-F9D1-48D6-92E9-E60B93EDE718}"/>
                </a:ext>
              </a:extLst>
            </p:cNvPr>
            <p:cNvCxnSpPr/>
            <p:nvPr/>
          </p:nvCxnSpPr>
          <p:spPr>
            <a:xfrm>
              <a:off x="2804043" y="5243835"/>
              <a:ext cx="360000" cy="0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39119834-887C-4ED9-9DCA-D48AB5DAE939}"/>
                </a:ext>
              </a:extLst>
            </p:cNvPr>
            <p:cNvCxnSpPr/>
            <p:nvPr/>
          </p:nvCxnSpPr>
          <p:spPr>
            <a:xfrm>
              <a:off x="2804043" y="5605200"/>
              <a:ext cx="360000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E562AE5E-F0DE-4BF4-BA2F-4D7A9EBB2B92}"/>
                </a:ext>
              </a:extLst>
            </p:cNvPr>
            <p:cNvCxnSpPr/>
            <p:nvPr/>
          </p:nvCxnSpPr>
          <p:spPr>
            <a:xfrm>
              <a:off x="2804043" y="5965200"/>
              <a:ext cx="360000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D3FC2CE7-136F-46DE-A305-E3DB773D7452}"/>
                    </a:ext>
                  </a:extLst>
                </p:cNvPr>
                <p:cNvSpPr/>
                <p:nvPr/>
              </p:nvSpPr>
              <p:spPr>
                <a:xfrm>
                  <a:off x="3128043" y="5000400"/>
                  <a:ext cx="5760000" cy="461665"/>
                </a:xfrm>
                <a:prstGeom prst="rect">
                  <a:avLst/>
                </a:prstGeom>
              </p:spPr>
              <p:txBody>
                <a:bodyPr wrap="square" anchor="t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First axis</a:t>
                  </a:r>
                  <a:r>
                    <a:rPr lang="ko-KR" altLang="en-US" sz="20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altLang="ko-KR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D3FC2CE7-136F-46DE-A305-E3DB773D74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043" y="5000400"/>
                  <a:ext cx="5760000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1376" t="-2632" b="-2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E4E59644-1371-41D7-ADAF-691392D70FE5}"/>
                    </a:ext>
                  </a:extLst>
                </p:cNvPr>
                <p:cNvSpPr/>
                <p:nvPr/>
              </p:nvSpPr>
              <p:spPr>
                <a:xfrm>
                  <a:off x="3128400" y="5720400"/>
                  <a:ext cx="2083327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Second axis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lang="ko-KR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E4E59644-1371-41D7-ADAF-691392D70F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400" y="5720400"/>
                  <a:ext cx="2083327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3801" t="-8451" r="-3509" b="-281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8DB50B3-9493-4FBF-B83C-5BFB3C371DAB}"/>
                    </a:ext>
                  </a:extLst>
                </p:cNvPr>
                <p:cNvSpPr/>
                <p:nvPr/>
              </p:nvSpPr>
              <p:spPr>
                <a:xfrm>
                  <a:off x="3128043" y="5360400"/>
                  <a:ext cx="2723823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Auxiliary direction (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</m:acc>
                    </m:oMath>
                  </a14:m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)</a:t>
                  </a:r>
                  <a:endParaRPr lang="ko-KR" altLang="en-US" sz="2200" dirty="0"/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8DB50B3-9493-4FBF-B83C-5BFB3C371D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043" y="5360400"/>
                  <a:ext cx="2723823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2908" t="-8451" r="-6264" b="-281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정육면체 6">
              <a:extLst>
                <a:ext uri="{FF2B5EF4-FFF2-40B4-BE49-F238E27FC236}">
                  <a16:creationId xmlns:a16="http://schemas.microsoft.com/office/drawing/2014/main" id="{1CBE073E-467E-45BE-B33A-FD0D31B9C24E}"/>
                </a:ext>
              </a:extLst>
            </p:cNvPr>
            <p:cNvSpPr/>
            <p:nvPr/>
          </p:nvSpPr>
          <p:spPr>
            <a:xfrm>
              <a:off x="7037263" y="1440000"/>
              <a:ext cx="2520000" cy="2520000"/>
            </a:xfrm>
            <a:prstGeom prst="cub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정육면체 64">
              <a:extLst>
                <a:ext uri="{FF2B5EF4-FFF2-40B4-BE49-F238E27FC236}">
                  <a16:creationId xmlns:a16="http://schemas.microsoft.com/office/drawing/2014/main" id="{38C45568-784C-4C94-AB1C-1E28932B47A2}"/>
                </a:ext>
              </a:extLst>
            </p:cNvPr>
            <p:cNvSpPr/>
            <p:nvPr/>
          </p:nvSpPr>
          <p:spPr>
            <a:xfrm rot="10800000">
              <a:off x="7037264" y="1440001"/>
              <a:ext cx="2520000" cy="2520000"/>
            </a:xfrm>
            <a:prstGeom prst="cube">
              <a:avLst/>
            </a:prstGeom>
            <a:noFill/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64EBDC4A-D110-48D9-A8BC-DEB1F6B07AFA}"/>
                </a:ext>
              </a:extLst>
            </p:cNvPr>
            <p:cNvSpPr/>
            <p:nvPr/>
          </p:nvSpPr>
          <p:spPr>
            <a:xfrm>
              <a:off x="6857263" y="1891458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44CED54A-3A85-4B41-A985-274A17464D55}"/>
                </a:ext>
              </a:extLst>
            </p:cNvPr>
            <p:cNvSpPr/>
            <p:nvPr/>
          </p:nvSpPr>
          <p:spPr>
            <a:xfrm>
              <a:off x="8747977" y="1891458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783826E9-D44D-4236-B978-AB21AFB32D21}"/>
                </a:ext>
              </a:extLst>
            </p:cNvPr>
            <p:cNvSpPr/>
            <p:nvPr/>
          </p:nvSpPr>
          <p:spPr>
            <a:xfrm>
              <a:off x="7486771" y="1260000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F44269E6-2C2F-40FE-842D-15111CB72AEE}"/>
                </a:ext>
              </a:extLst>
            </p:cNvPr>
            <p:cNvSpPr/>
            <p:nvPr/>
          </p:nvSpPr>
          <p:spPr>
            <a:xfrm>
              <a:off x="9375860" y="1260747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1C9400B-AEFD-4D79-802B-74A5B21AAEA4}"/>
                </a:ext>
              </a:extLst>
            </p:cNvPr>
            <p:cNvSpPr/>
            <p:nvPr/>
          </p:nvSpPr>
          <p:spPr>
            <a:xfrm>
              <a:off x="8297264" y="2700001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ED6987BE-F71F-45BF-BF89-35CD5150EF77}"/>
                </a:ext>
              </a:extLst>
            </p:cNvPr>
            <p:cNvSpPr/>
            <p:nvPr/>
          </p:nvSpPr>
          <p:spPr>
            <a:xfrm>
              <a:off x="8297264" y="1980001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C5D03648-E195-4095-A0CB-732C93AB1837}"/>
                </a:ext>
              </a:extLst>
            </p:cNvPr>
            <p:cNvSpPr/>
            <p:nvPr/>
          </p:nvSpPr>
          <p:spPr>
            <a:xfrm>
              <a:off x="9017264" y="2700001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0A21F9F1-1070-42F0-9E7D-B2196EDE0F9A}"/>
                </a:ext>
              </a:extLst>
            </p:cNvPr>
            <p:cNvCxnSpPr>
              <a:cxnSpLocks/>
            </p:cNvCxnSpPr>
            <p:nvPr/>
          </p:nvCxnSpPr>
          <p:spPr>
            <a:xfrm rot="8100000">
              <a:off x="7680325" y="2953610"/>
              <a:ext cx="720000" cy="0"/>
            </a:xfrm>
            <a:prstGeom prst="straightConnector1">
              <a:avLst/>
            </a:prstGeom>
            <a:ln w="508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6F5AB0E4-26E5-4B6E-8CBF-71FBC50654D4}"/>
                </a:ext>
              </a:extLst>
            </p:cNvPr>
            <p:cNvSpPr/>
            <p:nvPr/>
          </p:nvSpPr>
          <p:spPr>
            <a:xfrm>
              <a:off x="8117263" y="252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D3F371B4-AEDE-4D9A-B090-3A508C4272F9}"/>
                    </a:ext>
                  </a:extLst>
                </p:cNvPr>
                <p:cNvSpPr/>
                <p:nvPr/>
              </p:nvSpPr>
              <p:spPr>
                <a:xfrm>
                  <a:off x="7616818" y="2328290"/>
                  <a:ext cx="5003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D3F371B4-AEDE-4D9A-B090-3A508C4272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818" y="2328290"/>
                  <a:ext cx="500393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3279" r="-12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54D7368-678B-45FD-B54B-CCE6939F18B4}"/>
                    </a:ext>
                  </a:extLst>
                </p:cNvPr>
                <p:cNvSpPr/>
                <p:nvPr/>
              </p:nvSpPr>
              <p:spPr>
                <a:xfrm>
                  <a:off x="8066263" y="1400022"/>
                  <a:ext cx="495071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54D7368-678B-45FD-B54B-CCE6939F1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6263" y="1400022"/>
                  <a:ext cx="49507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3333" r="-13580" b="-1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55D00B65-343D-4388-8B81-1DF44A58CDF1}"/>
                    </a:ext>
                  </a:extLst>
                </p:cNvPr>
                <p:cNvSpPr/>
                <p:nvPr/>
              </p:nvSpPr>
              <p:spPr>
                <a:xfrm>
                  <a:off x="7918323" y="2903869"/>
                  <a:ext cx="5003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55D00B65-343D-4388-8B81-1DF44A58CD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8323" y="2903869"/>
                  <a:ext cx="500393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3279" r="-12195"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26708A38-2597-4395-A1A5-22B99D52F1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7263" y="3979050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6529AE15-F55F-47F7-BBAC-D3FB00C959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5640" y="3979050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4F82A176-212D-43BC-95B6-0301396BA713}"/>
                </a:ext>
              </a:extLst>
            </p:cNvPr>
            <p:cNvCxnSpPr>
              <a:cxnSpLocks/>
            </p:cNvCxnSpPr>
            <p:nvPr/>
          </p:nvCxnSpPr>
          <p:spPr>
            <a:xfrm>
              <a:off x="7051978" y="4089992"/>
              <a:ext cx="18469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A9AF33BC-F9DE-4C7A-91EE-76B1186B6639}"/>
                </a:ext>
              </a:extLst>
            </p:cNvPr>
            <p:cNvSpPr/>
            <p:nvPr/>
          </p:nvSpPr>
          <p:spPr>
            <a:xfrm>
              <a:off x="7656492" y="4089991"/>
              <a:ext cx="639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4.5Å</a:t>
              </a:r>
              <a:endParaRPr lang="ko-KR" alt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BEC1C69-669C-4202-8C29-4C10F5479D58}"/>
                </a:ext>
              </a:extLst>
            </p:cNvPr>
            <p:cNvSpPr txBox="1"/>
            <p:nvPr/>
          </p:nvSpPr>
          <p:spPr>
            <a:xfrm>
              <a:off x="2832675" y="482069"/>
              <a:ext cx="72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33AB3B1-3B2E-4900-B257-2A413CCB2CE5}"/>
                </a:ext>
              </a:extLst>
            </p:cNvPr>
            <p:cNvSpPr txBox="1"/>
            <p:nvPr/>
          </p:nvSpPr>
          <p:spPr>
            <a:xfrm>
              <a:off x="6830934" y="482069"/>
              <a:ext cx="72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4AC0C6F-A2E9-414A-8D70-8D7940FE1008}"/>
                </a:ext>
              </a:extLst>
            </p:cNvPr>
            <p:cNvSpPr/>
            <p:nvPr/>
          </p:nvSpPr>
          <p:spPr>
            <a:xfrm>
              <a:off x="7181263" y="5000400"/>
              <a:ext cx="288676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Probe-ineligible atom</a:t>
              </a: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7FAADF43-7E92-49BE-81A2-F16BC8A096B9}"/>
                </a:ext>
              </a:extLst>
            </p:cNvPr>
            <p:cNvSpPr/>
            <p:nvPr/>
          </p:nvSpPr>
          <p:spPr>
            <a:xfrm>
              <a:off x="7181263" y="5360400"/>
              <a:ext cx="241925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Probe-eligible atom</a:t>
              </a:r>
              <a:endParaRPr lang="ko-KR" altLang="en-US" sz="2200" dirty="0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C7E3B68C-E1C8-4865-AE1E-6D690013E42E}"/>
                </a:ext>
              </a:extLst>
            </p:cNvPr>
            <p:cNvSpPr/>
            <p:nvPr/>
          </p:nvSpPr>
          <p:spPr>
            <a:xfrm>
              <a:off x="6920934" y="5104800"/>
              <a:ext cx="252000" cy="25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0F7D71E2-B736-43FB-8D3A-CEC28DB29DC5}"/>
                </a:ext>
              </a:extLst>
            </p:cNvPr>
            <p:cNvSpPr/>
            <p:nvPr/>
          </p:nvSpPr>
          <p:spPr>
            <a:xfrm>
              <a:off x="6911263" y="5477835"/>
              <a:ext cx="252000" cy="252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83D6816-E70B-5895-53CB-A5B7FB5FC902}"/>
                </a:ext>
              </a:extLst>
            </p:cNvPr>
            <p:cNvSpPr/>
            <p:nvPr/>
          </p:nvSpPr>
          <p:spPr>
            <a:xfrm>
              <a:off x="6922800" y="5824800"/>
              <a:ext cx="252000" cy="252000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46656C2-1FAC-2693-87D6-A99CF208AC0D}"/>
                </a:ext>
              </a:extLst>
            </p:cNvPr>
            <p:cNvSpPr/>
            <p:nvPr/>
          </p:nvSpPr>
          <p:spPr>
            <a:xfrm>
              <a:off x="6922800" y="6184800"/>
              <a:ext cx="252000" cy="25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1C44DEE7-1FE6-45F8-1356-57AE4A40C6D1}"/>
                </a:ext>
              </a:extLst>
            </p:cNvPr>
            <p:cNvCxnSpPr/>
            <p:nvPr/>
          </p:nvCxnSpPr>
          <p:spPr>
            <a:xfrm>
              <a:off x="2804400" y="6325200"/>
              <a:ext cx="360000" cy="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42976F15-EA84-9B4D-C9C5-4E7B85B6DF2A}"/>
                    </a:ext>
                  </a:extLst>
                </p:cNvPr>
                <p:cNvSpPr/>
                <p:nvPr/>
              </p:nvSpPr>
              <p:spPr>
                <a:xfrm>
                  <a:off x="3128400" y="6080400"/>
                  <a:ext cx="3028393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Third axis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lang="ko-KR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42976F15-EA84-9B4D-C9C5-4E7B85B6DF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400" y="6080400"/>
                  <a:ext cx="3028393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2616" t="-8451" r="-2012" b="-281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DAC5B14-953E-3115-8DE7-169CC587FF0C}"/>
                </a:ext>
              </a:extLst>
            </p:cNvPr>
            <p:cNvSpPr/>
            <p:nvPr/>
          </p:nvSpPr>
          <p:spPr>
            <a:xfrm>
              <a:off x="7182000" y="5720400"/>
              <a:ext cx="208743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Residue centroid</a:t>
              </a:r>
              <a:endParaRPr lang="ko-KR" altLang="en-US" sz="2200" dirty="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8104EE5-C67A-F8ED-F20E-82C1361FBF6C}"/>
                </a:ext>
              </a:extLst>
            </p:cNvPr>
            <p:cNvSpPr/>
            <p:nvPr/>
          </p:nvSpPr>
          <p:spPr>
            <a:xfrm>
              <a:off x="7182000" y="6080400"/>
              <a:ext cx="84350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Probe</a:t>
              </a:r>
              <a:endParaRPr lang="ko-KR" alt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263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0CB72899-6F2A-5FC8-DF5C-CDC8DDE53844}"/>
              </a:ext>
            </a:extLst>
          </p:cNvPr>
          <p:cNvGrpSpPr/>
          <p:nvPr/>
        </p:nvGrpSpPr>
        <p:grpSpPr>
          <a:xfrm>
            <a:off x="0" y="0"/>
            <a:ext cx="13716014" cy="9144019"/>
            <a:chOff x="0" y="0"/>
            <a:chExt cx="13716014" cy="914401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C641060-333B-E0CA-A82E-ED161327B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858014" cy="914401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B9FA66C-6F02-45E1-B7F5-6ABC803C8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58000" y="0"/>
              <a:ext cx="6858014" cy="914401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A50E21-09B5-8757-F9B1-5F9D9A5DCD48}"/>
                </a:ext>
              </a:extLst>
            </p:cNvPr>
            <p:cNvSpPr txBox="1"/>
            <p:nvPr/>
          </p:nvSpPr>
          <p:spPr>
            <a:xfrm>
              <a:off x="180000" y="1310300"/>
              <a:ext cx="10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7261F2-32E1-6261-CD00-EAD2EEE1571B}"/>
                </a:ext>
              </a:extLst>
            </p:cNvPr>
            <p:cNvSpPr txBox="1"/>
            <p:nvPr/>
          </p:nvSpPr>
          <p:spPr>
            <a:xfrm>
              <a:off x="7038000" y="1310299"/>
              <a:ext cx="10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7B232F6-E0ED-0226-250E-332807A3C965}"/>
                    </a:ext>
                  </a:extLst>
                </p:cNvPr>
                <p:cNvSpPr txBox="1"/>
                <p:nvPr/>
              </p:nvSpPr>
              <p:spPr>
                <a:xfrm>
                  <a:off x="11602013" y="5103749"/>
                  <a:ext cx="1982026" cy="5553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√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altLang="ko-KR" sz="28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altLang="ko-KR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ko-KR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3.9 Å</a:t>
                  </a:r>
                  <a:endParaRPr lang="ko-KR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7B232F6-E0ED-0226-250E-332807A3C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2013" y="5103749"/>
                  <a:ext cx="1982026" cy="555345"/>
                </a:xfrm>
                <a:prstGeom prst="rect">
                  <a:avLst/>
                </a:prstGeom>
                <a:blipFill>
                  <a:blip r:embed="rId4"/>
                  <a:stretch>
                    <a:fillRect t="-4396" r="-6462" b="-30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FB302A-5535-72AC-8BF4-F2E25482668E}"/>
                </a:ext>
              </a:extLst>
            </p:cNvPr>
            <p:cNvSpPr txBox="1"/>
            <p:nvPr/>
          </p:nvSpPr>
          <p:spPr>
            <a:xfrm>
              <a:off x="9487398" y="3000609"/>
              <a:ext cx="456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ko-KR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DAAE61-A7A8-3370-3C1E-EB4A1B8FE338}"/>
                </a:ext>
              </a:extLst>
            </p:cNvPr>
            <p:cNvSpPr txBox="1"/>
            <p:nvPr/>
          </p:nvSpPr>
          <p:spPr>
            <a:xfrm>
              <a:off x="9120401" y="4683121"/>
              <a:ext cx="17298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ko-KR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2.25 Å</a:t>
              </a:r>
              <a:endParaRPr lang="ko-KR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4E01AE0-3EDF-21C9-48AD-61230C81E2F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1350" y="3102114"/>
              <a:ext cx="0" cy="5400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D37D848-40BC-5B01-DD44-E63C56215BCF}"/>
                </a:ext>
              </a:extLst>
            </p:cNvPr>
            <p:cNvCxnSpPr>
              <a:cxnSpLocks/>
            </p:cNvCxnSpPr>
            <p:nvPr/>
          </p:nvCxnSpPr>
          <p:spPr>
            <a:xfrm>
              <a:off x="8489950" y="3044963"/>
              <a:ext cx="0" cy="5400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910DF9F-FA09-CCD9-E418-87147088F0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50" y="3314963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0D175F33-3E82-538C-A283-562DBE970648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0" y="3184663"/>
              <a:ext cx="0" cy="5400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AFDD00C2-A9F7-8639-0080-FA451531F4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4646" y="3334014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A56F15BB-54D0-B04C-0B15-A7014795E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01350" y="3333600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EDF4E08B-BE3E-AAA9-4B4D-F225B5FE76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08598" y="3351600"/>
              <a:ext cx="50165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510878E-4D53-3544-A2FA-B2D639219E1C}"/>
                </a:ext>
              </a:extLst>
            </p:cNvPr>
            <p:cNvSpPr/>
            <p:nvPr/>
          </p:nvSpPr>
          <p:spPr>
            <a:xfrm>
              <a:off x="5572021" y="7135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6D6E1A84-07F3-D5DF-AF45-A2946B96B56F}"/>
                </a:ext>
              </a:extLst>
            </p:cNvPr>
            <p:cNvSpPr/>
            <p:nvPr/>
          </p:nvSpPr>
          <p:spPr>
            <a:xfrm>
              <a:off x="5453221" y="7146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0044E14-28EC-C101-464B-CA857F0588DB}"/>
                    </a:ext>
                  </a:extLst>
                </p:cNvPr>
                <p:cNvSpPr txBox="1"/>
                <p:nvPr/>
              </p:nvSpPr>
              <p:spPr>
                <a:xfrm>
                  <a:off x="3713500" y="3112268"/>
                  <a:ext cx="51525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0044E14-28EC-C101-464B-CA857F058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3500" y="3112268"/>
                  <a:ext cx="515256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7860BD1-78FC-AD8E-5954-9B01B128DD32}"/>
                    </a:ext>
                  </a:extLst>
                </p:cNvPr>
                <p:cNvSpPr txBox="1"/>
                <p:nvPr/>
              </p:nvSpPr>
              <p:spPr>
                <a:xfrm>
                  <a:off x="6189637" y="5602541"/>
                  <a:ext cx="51525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7860BD1-78FC-AD8E-5954-9B01B128D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9637" y="5602541"/>
                  <a:ext cx="515256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A8D3AFF-3CFF-3C88-6E7E-5108E7AD9B9C}"/>
                    </a:ext>
                  </a:extLst>
                </p:cNvPr>
                <p:cNvSpPr txBox="1"/>
                <p:nvPr/>
              </p:nvSpPr>
              <p:spPr>
                <a:xfrm>
                  <a:off x="4228756" y="4707888"/>
                  <a:ext cx="51525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3600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A8D3AFF-3CFF-3C88-6E7E-5108E7AD9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756" y="4707888"/>
                  <a:ext cx="51525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5DBF5A0-E291-5981-4987-650F83EB9908}"/>
                    </a:ext>
                  </a:extLst>
                </p:cNvPr>
                <p:cNvSpPr txBox="1"/>
                <p:nvPr/>
              </p:nvSpPr>
              <p:spPr>
                <a:xfrm>
                  <a:off x="2837615" y="5368209"/>
                  <a:ext cx="36000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oMath>
                    </m:oMathPara>
                  </a14:m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5DBF5A0-E291-5981-4987-650F83EB9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7615" y="5368209"/>
                  <a:ext cx="360000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6AEC7435-6F08-E6AA-C678-49D41D69243E}"/>
                </a:ext>
              </a:extLst>
            </p:cNvPr>
            <p:cNvSpPr/>
            <p:nvPr/>
          </p:nvSpPr>
          <p:spPr>
            <a:xfrm>
              <a:off x="2412692" y="7777666"/>
              <a:ext cx="679064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Centroid of the bonded heavy-atom neighbors</a:t>
              </a:r>
              <a:endParaRPr lang="ko-KR" altLang="en-US" sz="2800" dirty="0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D7B720D0-9B4B-97DC-5676-5775ADB790D5}"/>
                </a:ext>
              </a:extLst>
            </p:cNvPr>
            <p:cNvSpPr/>
            <p:nvPr/>
          </p:nvSpPr>
          <p:spPr>
            <a:xfrm>
              <a:off x="1903678" y="7837900"/>
              <a:ext cx="432000" cy="43200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099D831B-FEE7-03CA-B3D6-48B8BB621C8B}"/>
                </a:ext>
              </a:extLst>
            </p:cNvPr>
            <p:cNvSpPr/>
            <p:nvPr/>
          </p:nvSpPr>
          <p:spPr>
            <a:xfrm>
              <a:off x="1907541" y="8490959"/>
              <a:ext cx="432000" cy="43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77C24DD9-F0C8-268B-FB36-8E484D65FD59}"/>
                </a:ext>
              </a:extLst>
            </p:cNvPr>
            <p:cNvSpPr/>
            <p:nvPr/>
          </p:nvSpPr>
          <p:spPr>
            <a:xfrm>
              <a:off x="2412692" y="8436697"/>
              <a:ext cx="26035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Residue centroid</a:t>
              </a:r>
              <a:endParaRPr lang="ko-KR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7CB08E7E-6986-863E-3147-C718A6A3C08F}"/>
                    </a:ext>
                  </a:extLst>
                </p:cNvPr>
                <p:cNvSpPr txBox="1"/>
                <p:nvPr/>
              </p:nvSpPr>
              <p:spPr>
                <a:xfrm>
                  <a:off x="12808623" y="2141830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7CB08E7E-6986-863E-3147-C718A6A3C0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8623" y="2141830"/>
                  <a:ext cx="651865" cy="771045"/>
                </a:xfrm>
                <a:prstGeom prst="rect">
                  <a:avLst/>
                </a:prstGeom>
                <a:blipFill>
                  <a:blip r:embed="rId9"/>
                  <a:stretch>
                    <a:fillRect r="-2803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DA919AB-8CAC-9EC8-0D73-52E68713EC82}"/>
                    </a:ext>
                  </a:extLst>
                </p:cNvPr>
                <p:cNvSpPr txBox="1"/>
                <p:nvPr/>
              </p:nvSpPr>
              <p:spPr>
                <a:xfrm>
                  <a:off x="8294986" y="1952870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DA919AB-8CAC-9EC8-0D73-52E68713E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4986" y="1952870"/>
                  <a:ext cx="651865" cy="771045"/>
                </a:xfrm>
                <a:prstGeom prst="rect">
                  <a:avLst/>
                </a:prstGeom>
                <a:blipFill>
                  <a:blip r:embed="rId10"/>
                  <a:stretch>
                    <a:fillRect r="-2710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4F592B9B-DCC6-6CBE-47B2-8447F08D48B8}"/>
                    </a:ext>
                  </a:extLst>
                </p:cNvPr>
                <p:cNvSpPr txBox="1"/>
                <p:nvPr/>
              </p:nvSpPr>
              <p:spPr>
                <a:xfrm>
                  <a:off x="7085616" y="3771299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4F592B9B-DCC6-6CBE-47B2-8447F08D4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5616" y="3771299"/>
                  <a:ext cx="651865" cy="771045"/>
                </a:xfrm>
                <a:prstGeom prst="rect">
                  <a:avLst/>
                </a:prstGeom>
                <a:blipFill>
                  <a:blip r:embed="rId11"/>
                  <a:stretch>
                    <a:fillRect r="-2803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129ECB92-840B-403F-0180-71F045BDC19A}"/>
                    </a:ext>
                  </a:extLst>
                </p:cNvPr>
                <p:cNvSpPr txBox="1"/>
                <p:nvPr/>
              </p:nvSpPr>
              <p:spPr>
                <a:xfrm>
                  <a:off x="12784315" y="4301419"/>
                  <a:ext cx="651865" cy="7710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ko-KR" altLang="en-US" sz="2800" b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8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prb</m:t>
                            </m:r>
                          </m:sub>
                          <m:sup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sz="28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2800" b="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129ECB92-840B-403F-0180-71F045BD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84315" y="4301419"/>
                  <a:ext cx="651865" cy="771045"/>
                </a:xfrm>
                <a:prstGeom prst="rect">
                  <a:avLst/>
                </a:prstGeom>
                <a:blipFill>
                  <a:blip r:embed="rId12"/>
                  <a:stretch>
                    <a:fillRect r="-2803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012A904-11C1-4AFF-FC44-BC7DDC9841B6}"/>
                </a:ext>
              </a:extLst>
            </p:cNvPr>
            <p:cNvSpPr txBox="1"/>
            <p:nvPr/>
          </p:nvSpPr>
          <p:spPr>
            <a:xfrm>
              <a:off x="11825025" y="3028425"/>
              <a:ext cx="456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ko-KR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E01C4EE-EA64-2339-908F-944CBBE1D43E}"/>
                </a:ext>
              </a:extLst>
            </p:cNvPr>
            <p:cNvSpPr txBox="1"/>
            <p:nvPr/>
          </p:nvSpPr>
          <p:spPr>
            <a:xfrm>
              <a:off x="10182883" y="2521743"/>
              <a:ext cx="21688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ko-KR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4.5 Å</a:t>
              </a:r>
              <a:endParaRPr lang="ko-KR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DC5DE0F-4B55-A1E8-0DE7-5BF85A1886B2}"/>
                </a:ext>
              </a:extLst>
            </p:cNvPr>
            <p:cNvSpPr/>
            <p:nvPr/>
          </p:nvSpPr>
          <p:spPr>
            <a:xfrm>
              <a:off x="9944100" y="7831928"/>
              <a:ext cx="432000" cy="432000"/>
            </a:xfrm>
            <a:prstGeom prst="ellipse">
              <a:avLst/>
            </a:prstGeom>
            <a:solidFill>
              <a:srgbClr val="007A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A9622D-0294-D778-164C-F1D9CEF3439E}"/>
                </a:ext>
              </a:extLst>
            </p:cNvPr>
            <p:cNvSpPr/>
            <p:nvPr/>
          </p:nvSpPr>
          <p:spPr>
            <a:xfrm>
              <a:off x="10449251" y="7777666"/>
              <a:ext cx="18101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Probe node</a:t>
              </a:r>
              <a:endParaRPr lang="ko-KR" altLang="en-US" sz="28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87B371E-65CE-15C2-B2C6-25849B97FCDA}"/>
              </a:ext>
            </a:extLst>
          </p:cNvPr>
          <p:cNvSpPr txBox="1"/>
          <p:nvPr/>
        </p:nvSpPr>
        <p:spPr>
          <a:xfrm>
            <a:off x="-1" y="0"/>
            <a:ext cx="2200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81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7461D90-EF58-4D9F-8D43-462E26FCD8D8}"/>
              </a:ext>
            </a:extLst>
          </p:cNvPr>
          <p:cNvSpPr txBox="1"/>
          <p:nvPr/>
        </p:nvSpPr>
        <p:spPr>
          <a:xfrm>
            <a:off x="3420000" y="1980000"/>
            <a:ext cx="2880000" cy="180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module</a:t>
            </a: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4A6E0-B2ED-4F2F-8A18-D00923920042}"/>
              </a:ext>
            </a:extLst>
          </p:cNvPr>
          <p:cNvSpPr txBox="1"/>
          <p:nvPr/>
        </p:nvSpPr>
        <p:spPr>
          <a:xfrm>
            <a:off x="2880000" y="360000"/>
            <a:ext cx="180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features</a:t>
            </a:r>
          </a:p>
        </p:txBody>
      </p:sp>
      <p:sp>
        <p:nvSpPr>
          <p:cNvPr id="4" name="순서도: 데이터 3">
            <a:extLst>
              <a:ext uri="{FF2B5EF4-FFF2-40B4-BE49-F238E27FC236}">
                <a16:creationId xmlns:a16="http://schemas.microsoft.com/office/drawing/2014/main" id="{A54D33CD-7889-4F0A-959E-C8348EEE1114}"/>
              </a:ext>
            </a:extLst>
          </p:cNvPr>
          <p:cNvSpPr/>
          <p:nvPr/>
        </p:nvSpPr>
        <p:spPr>
          <a:xfrm>
            <a:off x="3600000" y="-720000"/>
            <a:ext cx="2520000" cy="720000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structure</a:t>
            </a:r>
            <a:endParaRPr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1AD2D-7AE7-4355-8A15-F960F5911490}"/>
              </a:ext>
            </a:extLst>
          </p:cNvPr>
          <p:cNvSpPr txBox="1"/>
          <p:nvPr/>
        </p:nvSpPr>
        <p:spPr>
          <a:xfrm>
            <a:off x="2880000" y="900000"/>
            <a:ext cx="1800000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 type Embedding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1330AB-F6FC-45CD-92F7-0A924E29B9BF}"/>
              </a:ext>
            </a:extLst>
          </p:cNvPr>
          <p:cNvSpPr txBox="1"/>
          <p:nvPr/>
        </p:nvSpPr>
        <p:spPr>
          <a:xfrm>
            <a:off x="3600000" y="3240000"/>
            <a:ext cx="252000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ConvSE3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4E188-76FA-4FF2-B61B-A91EF64B5509}"/>
              </a:ext>
            </a:extLst>
          </p:cNvPr>
          <p:cNvSpPr txBox="1"/>
          <p:nvPr/>
        </p:nvSpPr>
        <p:spPr>
          <a:xfrm>
            <a:off x="2160000" y="5220000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vector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5B9612-BF5A-4BF7-BE97-E55982DF37CB}"/>
              </a:ext>
            </a:extLst>
          </p:cNvPr>
          <p:cNvSpPr txBox="1"/>
          <p:nvPr/>
        </p:nvSpPr>
        <p:spPr>
          <a:xfrm>
            <a:off x="5040000" y="5220000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Probability-like score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2719D3-209A-4FB2-A703-4A2FBAB25B11}"/>
              </a:ext>
            </a:extLst>
          </p:cNvPr>
          <p:cNvSpPr txBox="1"/>
          <p:nvPr/>
        </p:nvSpPr>
        <p:spPr>
          <a:xfrm>
            <a:off x="5040000" y="360000"/>
            <a:ext cx="180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features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30F2A5-A80C-4919-B3D3-F6D85CB324FD}"/>
              </a:ext>
            </a:extLst>
          </p:cNvPr>
          <p:cNvSpPr txBox="1"/>
          <p:nvPr/>
        </p:nvSpPr>
        <p:spPr>
          <a:xfrm>
            <a:off x="3420000" y="3960000"/>
            <a:ext cx="2880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module</a:t>
            </a: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D619B9-A0FE-4E20-B5C4-2F1612C4DEB6}"/>
              </a:ext>
            </a:extLst>
          </p:cNvPr>
          <p:cNvSpPr txBox="1"/>
          <p:nvPr/>
        </p:nvSpPr>
        <p:spPr>
          <a:xfrm>
            <a:off x="3600000" y="2340000"/>
            <a:ext cx="25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SE(3)-Transformer</a:t>
            </a:r>
          </a:p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BEF97F-9A5E-4FC8-BB6E-E34AA58F610B}"/>
              </a:ext>
            </a:extLst>
          </p:cNvPr>
          <p:cNvSpPr txBox="1"/>
          <p:nvPr/>
        </p:nvSpPr>
        <p:spPr>
          <a:xfrm>
            <a:off x="3600000" y="4356000"/>
            <a:ext cx="252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linear blocks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9BB12F-0328-4FE7-917A-14B92E991677}"/>
              </a:ext>
            </a:extLst>
          </p:cNvPr>
          <p:cNvSpPr txBox="1"/>
          <p:nvPr/>
        </p:nvSpPr>
        <p:spPr>
          <a:xfrm>
            <a:off x="5040000" y="5760000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entropy loss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6D4B76-089E-44DA-9193-86C43B6F79A3}"/>
              </a:ext>
            </a:extLst>
          </p:cNvPr>
          <p:cNvSpPr txBox="1"/>
          <p:nvPr/>
        </p:nvSpPr>
        <p:spPr>
          <a:xfrm>
            <a:off x="2160000" y="5755334"/>
            <a:ext cx="252000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RMSD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AD18ED39-C544-4861-BBA1-15A6DA634658}"/>
              </a:ext>
            </a:extLst>
          </p:cNvPr>
          <p:cNvCxnSpPr>
            <a:stCxn id="4" idx="3"/>
            <a:endCxn id="3" idx="0"/>
          </p:cNvCxnSpPr>
          <p:nvPr/>
        </p:nvCxnSpPr>
        <p:spPr>
          <a:xfrm rot="5400000">
            <a:off x="4014000" y="-234000"/>
            <a:ext cx="360000" cy="828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9EC9C888-D015-46F3-95D7-466CE2C6D5B1}"/>
              </a:ext>
            </a:extLst>
          </p:cNvPr>
          <p:cNvCxnSpPr>
            <a:stCxn id="4" idx="4"/>
            <a:endCxn id="28" idx="0"/>
          </p:cNvCxnSpPr>
          <p:nvPr/>
        </p:nvCxnSpPr>
        <p:spPr>
          <a:xfrm rot="16200000" flipH="1">
            <a:off x="5220000" y="-360000"/>
            <a:ext cx="360000" cy="108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D9010C5-420C-4464-93F2-2E0619F6A715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3780000" y="72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65748E2C-5E9E-4BF3-9CD8-E00A586D66EF}"/>
              </a:ext>
            </a:extLst>
          </p:cNvPr>
          <p:cNvCxnSpPr>
            <a:stCxn id="28" idx="2"/>
            <a:endCxn id="27" idx="0"/>
          </p:cNvCxnSpPr>
          <p:nvPr/>
        </p:nvCxnSpPr>
        <p:spPr>
          <a:xfrm rot="5400000">
            <a:off x="4770000" y="810000"/>
            <a:ext cx="1260000" cy="1080000"/>
          </a:xfrm>
          <a:prstGeom prst="bentConnector3">
            <a:avLst>
              <a:gd name="adj1" fmla="val 8574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0F726B9-F9CD-45B2-89FD-E6DB5CA84416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 rot="16200000" flipH="1">
            <a:off x="4140000" y="1260000"/>
            <a:ext cx="360000" cy="108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38B42463-4C5E-4943-8D52-EE90B89E0F09}"/>
              </a:ext>
            </a:extLst>
          </p:cNvPr>
          <p:cNvCxnSpPr>
            <a:stCxn id="34" idx="2"/>
            <a:endCxn id="21" idx="0"/>
          </p:cNvCxnSpPr>
          <p:nvPr/>
        </p:nvCxnSpPr>
        <p:spPr>
          <a:xfrm>
            <a:off x="4860000" y="306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DF456733-5EB8-463B-AAD9-0B063CDFAF3F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4860000" y="378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79C4018-9298-459E-90F8-9C3CA9D0C38F}"/>
              </a:ext>
            </a:extLst>
          </p:cNvPr>
          <p:cNvGrpSpPr/>
          <p:nvPr/>
        </p:nvGrpSpPr>
        <p:grpSpPr>
          <a:xfrm>
            <a:off x="6719356" y="888573"/>
            <a:ext cx="2880000" cy="1800000"/>
            <a:chOff x="7199999" y="540000"/>
            <a:chExt cx="2880000" cy="18000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B0C174-123D-476E-B7D9-8FF709CB563A}"/>
                </a:ext>
              </a:extLst>
            </p:cNvPr>
            <p:cNvSpPr txBox="1"/>
            <p:nvPr/>
          </p:nvSpPr>
          <p:spPr>
            <a:xfrm>
              <a:off x="7199999" y="540000"/>
              <a:ext cx="2880000" cy="1800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C4099D-6EB1-45E9-8B4E-1DFA6EF3309E}"/>
                </a:ext>
              </a:extLst>
            </p:cNvPr>
            <p:cNvSpPr txBox="1"/>
            <p:nvPr/>
          </p:nvSpPr>
          <p:spPr>
            <a:xfrm>
              <a:off x="7380000" y="720000"/>
              <a:ext cx="2520000" cy="36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SE(3)-Transformer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E69860A-917A-495E-A6A6-09389990E045}"/>
                </a:ext>
              </a:extLst>
            </p:cNvPr>
            <p:cNvSpPr txBox="1"/>
            <p:nvPr/>
          </p:nvSpPr>
          <p:spPr>
            <a:xfrm>
              <a:off x="7380000" y="1260000"/>
              <a:ext cx="2520000" cy="36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LayerNorm</a:t>
              </a:r>
              <a:endPara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7236FE-CCEB-44C5-ABBF-672F50D784DE}"/>
                </a:ext>
              </a:extLst>
            </p:cNvPr>
            <p:cNvSpPr txBox="1"/>
            <p:nvPr/>
          </p:nvSpPr>
          <p:spPr>
            <a:xfrm>
              <a:off x="7380000" y="1800666"/>
              <a:ext cx="2520000" cy="36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ELU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FA9E654E-1CDF-4E1B-A3BB-DC1886EB1FB2}"/>
                </a:ext>
              </a:extLst>
            </p:cNvPr>
            <p:cNvCxnSpPr>
              <a:stCxn id="31" idx="2"/>
              <a:endCxn id="32" idx="0"/>
            </p:cNvCxnSpPr>
            <p:nvPr/>
          </p:nvCxnSpPr>
          <p:spPr>
            <a:xfrm>
              <a:off x="8640000" y="1080000"/>
              <a:ext cx="0" cy="180000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1C381C1C-CDA8-49D8-AFF5-2999C09CF38C}"/>
                </a:ext>
              </a:extLst>
            </p:cNvPr>
            <p:cNvCxnSpPr>
              <a:stCxn id="32" idx="2"/>
              <a:endCxn id="33" idx="0"/>
            </p:cNvCxnSpPr>
            <p:nvPr/>
          </p:nvCxnSpPr>
          <p:spPr>
            <a:xfrm>
              <a:off x="8640000" y="1620000"/>
              <a:ext cx="0" cy="180666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3662B47B-7872-4523-A6BF-AEE4A36C855E}"/>
              </a:ext>
            </a:extLst>
          </p:cNvPr>
          <p:cNvSpPr txBox="1"/>
          <p:nvPr/>
        </p:nvSpPr>
        <p:spPr>
          <a:xfrm>
            <a:off x="6719356" y="3053239"/>
            <a:ext cx="2880000" cy="18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345437-EA5A-485A-9B1A-04A055C5F6F9}"/>
              </a:ext>
            </a:extLst>
          </p:cNvPr>
          <p:cNvSpPr txBox="1"/>
          <p:nvPr/>
        </p:nvSpPr>
        <p:spPr>
          <a:xfrm>
            <a:off x="6899357" y="3228573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E875FA-80CE-4E30-BD7C-0E4733306664}"/>
              </a:ext>
            </a:extLst>
          </p:cNvPr>
          <p:cNvSpPr txBox="1"/>
          <p:nvPr/>
        </p:nvSpPr>
        <p:spPr>
          <a:xfrm>
            <a:off x="6899357" y="3768573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A11FB9-5E84-4F1C-9BF6-B6531669338D}"/>
              </a:ext>
            </a:extLst>
          </p:cNvPr>
          <p:cNvSpPr txBox="1"/>
          <p:nvPr/>
        </p:nvSpPr>
        <p:spPr>
          <a:xfrm>
            <a:off x="6899357" y="4304573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LinearSE3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162A6E5-45DE-4929-A874-6942034DB3B7}"/>
              </a:ext>
            </a:extLst>
          </p:cNvPr>
          <p:cNvCxnSpPr>
            <a:stCxn id="61" idx="2"/>
            <a:endCxn id="62" idx="0"/>
          </p:cNvCxnSpPr>
          <p:nvPr/>
        </p:nvCxnSpPr>
        <p:spPr>
          <a:xfrm>
            <a:off x="8159357" y="3588573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286F87-FAD6-408B-8AAC-894078E225FF}"/>
              </a:ext>
            </a:extLst>
          </p:cNvPr>
          <p:cNvCxnSpPr>
            <a:stCxn id="62" idx="2"/>
            <a:endCxn id="63" idx="0"/>
          </p:cNvCxnSpPr>
          <p:nvPr/>
        </p:nvCxnSpPr>
        <p:spPr>
          <a:xfrm>
            <a:off x="8159357" y="4128573"/>
            <a:ext cx="0" cy="17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1A0D1B-6A27-4865-B6D0-17EE49A60758}"/>
              </a:ext>
            </a:extLst>
          </p:cNvPr>
          <p:cNvCxnSpPr>
            <a:cxnSpLocks/>
          </p:cNvCxnSpPr>
          <p:nvPr/>
        </p:nvCxnSpPr>
        <p:spPr>
          <a:xfrm flipH="1">
            <a:off x="6120000" y="895334"/>
            <a:ext cx="572900" cy="1444666"/>
          </a:xfrm>
          <a:prstGeom prst="line">
            <a:avLst/>
          </a:prstGeom>
          <a:ln w="25400" cmpd="sng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B388ED4-011B-4C4F-B4A0-6FDF4DC6878B}"/>
              </a:ext>
            </a:extLst>
          </p:cNvPr>
          <p:cNvCxnSpPr/>
          <p:nvPr/>
        </p:nvCxnSpPr>
        <p:spPr>
          <a:xfrm flipV="1">
            <a:off x="6120000" y="2688573"/>
            <a:ext cx="599356" cy="37142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D24847F-723B-467B-A797-1ED62CD416F0}"/>
              </a:ext>
            </a:extLst>
          </p:cNvPr>
          <p:cNvCxnSpPr/>
          <p:nvPr/>
        </p:nvCxnSpPr>
        <p:spPr>
          <a:xfrm flipV="1">
            <a:off x="6120000" y="3053239"/>
            <a:ext cx="599356" cy="130276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F0367E1-1A50-41EF-A561-8E96707441A4}"/>
              </a:ext>
            </a:extLst>
          </p:cNvPr>
          <p:cNvCxnSpPr>
            <a:cxnSpLocks/>
          </p:cNvCxnSpPr>
          <p:nvPr/>
        </p:nvCxnSpPr>
        <p:spPr>
          <a:xfrm>
            <a:off x="6120000" y="4716000"/>
            <a:ext cx="599356" cy="13723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FA9FA2D6-9F91-4539-9D0F-7DB437F9F42E}"/>
              </a:ext>
            </a:extLst>
          </p:cNvPr>
          <p:cNvCxnSpPr>
            <a:stCxn id="30" idx="2"/>
            <a:endCxn id="25" idx="0"/>
          </p:cNvCxnSpPr>
          <p:nvPr/>
        </p:nvCxnSpPr>
        <p:spPr>
          <a:xfrm rot="5400000">
            <a:off x="3960000" y="4320000"/>
            <a:ext cx="360000" cy="144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D710F8D1-2B91-409C-8146-1FE3F4E79061}"/>
              </a:ext>
            </a:extLst>
          </p:cNvPr>
          <p:cNvCxnSpPr>
            <a:stCxn id="30" idx="2"/>
            <a:endCxn id="26" idx="0"/>
          </p:cNvCxnSpPr>
          <p:nvPr/>
        </p:nvCxnSpPr>
        <p:spPr>
          <a:xfrm rot="16200000" flipH="1">
            <a:off x="5400000" y="4320000"/>
            <a:ext cx="360000" cy="144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A1867C2-3205-49FA-B355-BE86A6631EDF}"/>
              </a:ext>
            </a:extLst>
          </p:cNvPr>
          <p:cNvCxnSpPr>
            <a:stCxn id="26" idx="2"/>
            <a:endCxn id="37" idx="0"/>
          </p:cNvCxnSpPr>
          <p:nvPr/>
        </p:nvCxnSpPr>
        <p:spPr>
          <a:xfrm>
            <a:off x="6300000" y="558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AFD7093-A90B-4881-89BE-C1A7518BD418}"/>
              </a:ext>
            </a:extLst>
          </p:cNvPr>
          <p:cNvCxnSpPr>
            <a:stCxn id="25" idx="2"/>
            <a:endCxn id="38" idx="0"/>
          </p:cNvCxnSpPr>
          <p:nvPr/>
        </p:nvCxnSpPr>
        <p:spPr>
          <a:xfrm>
            <a:off x="3420000" y="5580000"/>
            <a:ext cx="0" cy="175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5E4F59B-79EA-49CA-B2DE-54123153E63B}"/>
              </a:ext>
            </a:extLst>
          </p:cNvPr>
          <p:cNvSpPr txBox="1"/>
          <p:nvPr/>
        </p:nvSpPr>
        <p:spPr>
          <a:xfrm>
            <a:off x="0" y="0"/>
            <a:ext cx="2278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720000"/>
            <a:ext cx="3887991" cy="259199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719999"/>
            <a:ext cx="3887991" cy="25919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3312000"/>
            <a:ext cx="3887992" cy="259199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3312000"/>
            <a:ext cx="3887992" cy="2591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25C9995-B891-4D8D-B7DB-AAF6DF5FF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5904000"/>
            <a:ext cx="3887992" cy="25919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AD5A69-25DC-4CA8-983A-9FC81B9DC2A6}"/>
              </a:ext>
            </a:extLst>
          </p:cNvPr>
          <p:cNvSpPr txBox="1"/>
          <p:nvPr/>
        </p:nvSpPr>
        <p:spPr>
          <a:xfrm>
            <a:off x="144000" y="5724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218014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1" y="720000"/>
            <a:ext cx="3455996" cy="25919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302" y="719999"/>
            <a:ext cx="3455997" cy="2591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43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45322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720000"/>
            <a:ext cx="3887989" cy="259199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719999"/>
            <a:ext cx="3887991" cy="25919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3312000"/>
            <a:ext cx="3887991" cy="259199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3312000"/>
            <a:ext cx="3887991" cy="25919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58468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-1" y="0"/>
            <a:ext cx="3440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S1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102B067-ECF1-4341-9974-D5D42C7B4F13}"/>
              </a:ext>
            </a:extLst>
          </p:cNvPr>
          <p:cNvGrpSpPr/>
          <p:nvPr/>
        </p:nvGrpSpPr>
        <p:grpSpPr>
          <a:xfrm>
            <a:off x="1024800" y="750524"/>
            <a:ext cx="7825287" cy="5771563"/>
            <a:chOff x="1024800" y="750524"/>
            <a:chExt cx="7825287" cy="577156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047214C-62BA-44B0-BCF7-CCD904860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800" y="750524"/>
              <a:ext cx="7360988" cy="4907325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5F810B4-7676-4C64-B06A-F8AD1A0EADA7}"/>
                </a:ext>
              </a:extLst>
            </p:cNvPr>
            <p:cNvGrpSpPr/>
            <p:nvPr/>
          </p:nvGrpSpPr>
          <p:grpSpPr>
            <a:xfrm>
              <a:off x="2766087" y="5011756"/>
              <a:ext cx="6084000" cy="1295444"/>
              <a:chOff x="6480000" y="3383546"/>
              <a:chExt cx="6084000" cy="1295444"/>
            </a:xfrm>
          </p:grpSpPr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D8F826DC-F338-4A83-99BB-308612FE3B40}"/>
                  </a:ext>
                </a:extLst>
              </p:cNvPr>
              <p:cNvCxnSpPr/>
              <p:nvPr/>
            </p:nvCxnSpPr>
            <p:spPr>
              <a:xfrm>
                <a:off x="6480000" y="3600000"/>
                <a:ext cx="360000" cy="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8B841C13-9A64-490F-B2D9-62A01B7A00D6}"/>
                  </a:ext>
                </a:extLst>
              </p:cNvPr>
              <p:cNvCxnSpPr/>
              <p:nvPr/>
            </p:nvCxnSpPr>
            <p:spPr>
              <a:xfrm>
                <a:off x="6480000" y="4138990"/>
                <a:ext cx="360000" cy="0"/>
              </a:xfrm>
              <a:prstGeom prst="straightConnector1">
                <a:avLst/>
              </a:prstGeom>
              <a:ln w="254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1B5AD64C-F670-47A6-8245-9B776454DECE}"/>
                  </a:ext>
                </a:extLst>
              </p:cNvPr>
              <p:cNvCxnSpPr/>
              <p:nvPr/>
            </p:nvCxnSpPr>
            <p:spPr>
              <a:xfrm>
                <a:off x="6480000" y="4678990"/>
                <a:ext cx="360000" cy="0"/>
              </a:xfrm>
              <a:prstGeom prst="straightConnector1">
                <a:avLst/>
              </a:prstGeom>
              <a:ln w="25400">
                <a:solidFill>
                  <a:srgbClr val="00B0F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0E4CAB20-0D04-40B5-BC3A-35F2E08E52C0}"/>
                  </a:ext>
                </a:extLst>
              </p:cNvPr>
              <p:cNvSpPr/>
              <p:nvPr/>
            </p:nvSpPr>
            <p:spPr>
              <a:xfrm>
                <a:off x="6804000" y="3383546"/>
                <a:ext cx="5760000" cy="430887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en-US" altLang="ko-KR" sz="2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Atom - probe edge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3110E5F7-B887-495C-AF7E-CBA63E885859}"/>
                  </a:ext>
                </a:extLst>
              </p:cNvPr>
              <p:cNvSpPr/>
              <p:nvPr/>
            </p:nvSpPr>
            <p:spPr>
              <a:xfrm>
                <a:off x="6803999" y="3922990"/>
                <a:ext cx="386490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Intra-residue atom-atom edge</a:t>
                </a:r>
                <a:endParaRPr lang="ko-KR" altLang="en-US" sz="2200" b="1" dirty="0"/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09437BC-7109-48AF-9A37-8AF0E60098F4}"/>
                </a:ext>
              </a:extLst>
            </p:cNvPr>
            <p:cNvSpPr/>
            <p:nvPr/>
          </p:nvSpPr>
          <p:spPr>
            <a:xfrm>
              <a:off x="3090087" y="6091200"/>
              <a:ext cx="221406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Long-range edge</a:t>
              </a:r>
              <a:endParaRPr lang="ko-KR" alt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1366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C036-C9B1-8610-DBA9-41DB6293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6D3D068-D6E5-07CA-0BE5-54C55ECDC6F3}"/>
              </a:ext>
            </a:extLst>
          </p:cNvPr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129C3CC-6C15-818A-74E5-642A61551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720000"/>
            <a:ext cx="3887988" cy="25919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D26C57C-F3EB-F7DA-1763-BD8449D92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719999"/>
            <a:ext cx="3887992" cy="25919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22DCDA-4521-FA49-42C4-2707D8F53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3312000"/>
            <a:ext cx="3887991" cy="25919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EEDDCA-C91A-6250-5FB3-B756A4D2D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3312000"/>
            <a:ext cx="3887991" cy="2591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98E673-F421-7409-C20F-1E85E9729558}"/>
              </a:ext>
            </a:extLst>
          </p:cNvPr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71F52-B423-1F18-A656-0DF213696AF4}"/>
              </a:ext>
            </a:extLst>
          </p:cNvPr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220B1E-4CBD-EF01-79DA-EF29FDA37507}"/>
              </a:ext>
            </a:extLst>
          </p:cNvPr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7C563-0E65-C33E-4F23-CE2884049008}"/>
              </a:ext>
            </a:extLst>
          </p:cNvPr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317021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F6A2-5B9E-B071-38B1-2D1A6C94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2D1E25-E8BE-BF1C-9711-5CA0B62194B2}"/>
              </a:ext>
            </a:extLst>
          </p:cNvPr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S2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DF8AFD-0C12-8F4C-22D1-5F42C0F92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720000"/>
            <a:ext cx="3887994" cy="25919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2EBC6E6-3324-24D5-1480-042F8DF10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3" y="719999"/>
            <a:ext cx="3887995" cy="25919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7D79794-3F85-074B-B157-81F9293E8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3312000"/>
            <a:ext cx="3887995" cy="25919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F2321C-25B0-05A1-3AC1-20DE2950B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3" y="3312000"/>
            <a:ext cx="3887995" cy="2591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949577-3F51-DAB5-12D2-B7E7FBE99E7A}"/>
              </a:ext>
            </a:extLst>
          </p:cNvPr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9274E-F870-AEDA-4CD9-213AB843E833}"/>
              </a:ext>
            </a:extLst>
          </p:cNvPr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A1125-3A0F-3B7E-89AA-2AD11ADD3D30}"/>
              </a:ext>
            </a:extLst>
          </p:cNvPr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FB854-03AF-2797-2948-9B97A2384D8E}"/>
              </a:ext>
            </a:extLst>
          </p:cNvPr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4150868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3094892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S3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720000"/>
            <a:ext cx="3887995" cy="25919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3" y="719999"/>
            <a:ext cx="3887995" cy="25919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3312000"/>
            <a:ext cx="3887997" cy="25919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2" y="3312000"/>
            <a:ext cx="3887997" cy="259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970969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S4</a:t>
            </a:r>
          </a:p>
          <a:p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1" y="772252"/>
            <a:ext cx="3455996" cy="25919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940" y="772251"/>
            <a:ext cx="3455997" cy="259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40937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23938" y="40937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20820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7BAE-BA80-E857-D6EB-7CDCF1D4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B0A12D3-F1C6-4672-9A3C-ED6F32300AC9}"/>
              </a:ext>
            </a:extLst>
          </p:cNvPr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S5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07DF71A-3B32-8F8F-196C-BB5081573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720000"/>
            <a:ext cx="3887988" cy="259199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69F8826-903C-5CD6-6269-632941527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719999"/>
            <a:ext cx="3887991" cy="25919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3DF43D1-567A-80BB-ADD0-B4AAC9A07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" y="3312000"/>
            <a:ext cx="3887989" cy="25919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AF94EE5-7044-BEE3-D7F4-F69592B66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3312000"/>
            <a:ext cx="3887991" cy="2591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F89DB-FAF6-4288-5348-186F78D44FE0}"/>
              </a:ext>
            </a:extLst>
          </p:cNvPr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DDA4F8-68BD-AF36-C9B8-A8086ED14D20}"/>
              </a:ext>
            </a:extLst>
          </p:cNvPr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B5059-4E9F-BFDE-77C3-73373FDD91CF}"/>
              </a:ext>
            </a:extLst>
          </p:cNvPr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DFE05-A06D-23F5-7137-F20550257B32}"/>
              </a:ext>
            </a:extLst>
          </p:cNvPr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780877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F6286-09FB-429F-43F1-1968FD44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6DC3C3D-CF00-5738-E684-0B60943CBA64}"/>
              </a:ext>
            </a:extLst>
          </p:cNvPr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S6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AC12F87-4642-C3A5-EB41-2F577D87E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720000"/>
            <a:ext cx="3887988" cy="25919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5CB42B-1152-6D4C-EADF-F08C9A369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719999"/>
            <a:ext cx="3887991" cy="25919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AF9D79-7D20-9E43-C3D6-92BDC3FA6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" y="3312000"/>
            <a:ext cx="3887989" cy="25919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8BACC1-7818-320E-CC8E-3FFC02A6A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3312000"/>
            <a:ext cx="3887991" cy="25919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E0EB8-F456-C0A5-BA67-08DC6592C29A}"/>
              </a:ext>
            </a:extLst>
          </p:cNvPr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AE788-ED51-DAB0-6D7D-64468EC2E3B5}"/>
              </a:ext>
            </a:extLst>
          </p:cNvPr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308975-B1A2-2F6D-3074-70C55B4566B3}"/>
              </a:ext>
            </a:extLst>
          </p:cNvPr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DD7D2A-EFC0-77F7-0857-90EF8BCAA315}"/>
              </a:ext>
            </a:extLst>
          </p:cNvPr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956205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43C17-B1A5-3BA8-E57B-8F5C8727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6160A87-00BC-F0DC-284D-B2CAF78DE63F}"/>
              </a:ext>
            </a:extLst>
          </p:cNvPr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S7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96A35-A173-2208-D77F-56B2B19BA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720000"/>
            <a:ext cx="3887989" cy="25919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F3A7F5-4808-0ADA-D6A4-573B44204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719999"/>
            <a:ext cx="3887991" cy="25919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C80EBDB-B660-3737-5D4A-58065A2AE7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3312000"/>
            <a:ext cx="3887991" cy="25919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728D55-6267-CECE-D232-FBC12E30F7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4" y="3312000"/>
            <a:ext cx="3887991" cy="25919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BF67BB-13EB-B423-A13F-E5E57699B83A}"/>
              </a:ext>
            </a:extLst>
          </p:cNvPr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50719-A1FE-DB3B-6305-64938427F3A1}"/>
              </a:ext>
            </a:extLst>
          </p:cNvPr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1E766-6561-24F2-70A1-203EFF214A25}"/>
              </a:ext>
            </a:extLst>
          </p:cNvPr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0ABB47-44D0-AF9F-C655-CE4EC584792D}"/>
              </a:ext>
            </a:extLst>
          </p:cNvPr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697839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9AC8-A649-0282-56EC-4B16AF8B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58F98A6-0122-A6C5-883A-57AA788D85CA}"/>
              </a:ext>
            </a:extLst>
          </p:cNvPr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S8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EEE8AEF-DFA3-598F-4B55-92919A603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94" y="1600196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65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F102-C25E-3E08-B6A0-C4869B53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A0215-B66F-A556-B29A-A2F78EAC9C2E}"/>
              </a:ext>
            </a:extLst>
          </p:cNvPr>
          <p:cNvSpPr txBox="1"/>
          <p:nvPr/>
        </p:nvSpPr>
        <p:spPr>
          <a:xfrm>
            <a:off x="0" y="0"/>
            <a:ext cx="414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</a:t>
            </a:r>
            <a:endParaRPr lang="ko-KR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6464229-2BB1-E930-5370-E99A3B128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44544"/>
              </p:ext>
            </p:extLst>
          </p:nvPr>
        </p:nvGraphicFramePr>
        <p:xfrm>
          <a:off x="2659462" y="1691424"/>
          <a:ext cx="6873075" cy="3475151"/>
        </p:xfrm>
        <a:graphic>
          <a:graphicData uri="http://schemas.openxmlformats.org/drawingml/2006/table">
            <a:tbl>
              <a:tblPr/>
              <a:tblGrid>
                <a:gridCol w="1467286">
                  <a:extLst>
                    <a:ext uri="{9D8B030D-6E8A-4147-A177-3AD203B41FA5}">
                      <a16:colId xmlns:a16="http://schemas.microsoft.com/office/drawing/2014/main" val="3915018118"/>
                    </a:ext>
                  </a:extLst>
                </a:gridCol>
                <a:gridCol w="2393993">
                  <a:extLst>
                    <a:ext uri="{9D8B030D-6E8A-4147-A177-3AD203B41FA5}">
                      <a16:colId xmlns:a16="http://schemas.microsoft.com/office/drawing/2014/main" val="403673785"/>
                    </a:ext>
                  </a:extLst>
                </a:gridCol>
                <a:gridCol w="1003932">
                  <a:extLst>
                    <a:ext uri="{9D8B030D-6E8A-4147-A177-3AD203B41FA5}">
                      <a16:colId xmlns:a16="http://schemas.microsoft.com/office/drawing/2014/main" val="360836952"/>
                    </a:ext>
                  </a:extLst>
                </a:gridCol>
                <a:gridCol w="1003932">
                  <a:extLst>
                    <a:ext uri="{9D8B030D-6E8A-4147-A177-3AD203B41FA5}">
                      <a16:colId xmlns:a16="http://schemas.microsoft.com/office/drawing/2014/main" val="1731254206"/>
                    </a:ext>
                  </a:extLst>
                </a:gridCol>
                <a:gridCol w="1003932">
                  <a:extLst>
                    <a:ext uri="{9D8B030D-6E8A-4147-A177-3AD203B41FA5}">
                      <a16:colId xmlns:a16="http://schemas.microsoft.com/office/drawing/2014/main" val="1163189335"/>
                    </a:ext>
                  </a:extLst>
                </a:gridCol>
              </a:tblGrid>
              <a:tr h="926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Benchmark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set</a:t>
                      </a:r>
                      <a:endParaRPr 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34" charset="-127"/>
                      </a:endParaRP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Score threshold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 precision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 recall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F1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739330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Single-protein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 (original)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0.11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0.85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0.19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67630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Single-protein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0.6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validation-selected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0.3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7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68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0.4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7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90065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Protein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–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compound</a:t>
                      </a:r>
                      <a:endParaRPr 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34" charset="-127"/>
                      </a:endParaRP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 (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original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7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0.80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0.2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7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374994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Protein–compound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0.6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validation-selected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33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0.7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2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41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32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829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6CB0A-69A0-F006-818B-20A7CBC2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03BB3F-4D13-DD8D-9E06-AD3853968FFB}"/>
              </a:ext>
            </a:extLst>
          </p:cNvPr>
          <p:cNvSpPr txBox="1"/>
          <p:nvPr/>
        </p:nvSpPr>
        <p:spPr>
          <a:xfrm>
            <a:off x="0" y="0"/>
            <a:ext cx="414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S2</a:t>
            </a:r>
            <a:endParaRPr lang="ko-KR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0B9C6A1-ECEE-3723-EC18-F443FE63D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87166"/>
              </p:ext>
            </p:extLst>
          </p:nvPr>
        </p:nvGraphicFramePr>
        <p:xfrm>
          <a:off x="1153561" y="1691424"/>
          <a:ext cx="9884877" cy="3475151"/>
        </p:xfrm>
        <a:graphic>
          <a:graphicData uri="http://schemas.openxmlformats.org/drawingml/2006/table">
            <a:tbl>
              <a:tblPr/>
              <a:tblGrid>
                <a:gridCol w="1467286">
                  <a:extLst>
                    <a:ext uri="{9D8B030D-6E8A-4147-A177-3AD203B41FA5}">
                      <a16:colId xmlns:a16="http://schemas.microsoft.com/office/drawing/2014/main" val="4128906955"/>
                    </a:ext>
                  </a:extLst>
                </a:gridCol>
                <a:gridCol w="2393993">
                  <a:extLst>
                    <a:ext uri="{9D8B030D-6E8A-4147-A177-3AD203B41FA5}">
                      <a16:colId xmlns:a16="http://schemas.microsoft.com/office/drawing/2014/main" val="3663978698"/>
                    </a:ext>
                  </a:extLst>
                </a:gridCol>
                <a:gridCol w="1003933">
                  <a:extLst>
                    <a:ext uri="{9D8B030D-6E8A-4147-A177-3AD203B41FA5}">
                      <a16:colId xmlns:a16="http://schemas.microsoft.com/office/drawing/2014/main" val="1930415779"/>
                    </a:ext>
                  </a:extLst>
                </a:gridCol>
                <a:gridCol w="1003933">
                  <a:extLst>
                    <a:ext uri="{9D8B030D-6E8A-4147-A177-3AD203B41FA5}">
                      <a16:colId xmlns:a16="http://schemas.microsoft.com/office/drawing/2014/main" val="2190497258"/>
                    </a:ext>
                  </a:extLst>
                </a:gridCol>
                <a:gridCol w="1003933">
                  <a:extLst>
                    <a:ext uri="{9D8B030D-6E8A-4147-A177-3AD203B41FA5}">
                      <a16:colId xmlns:a16="http://schemas.microsoft.com/office/drawing/2014/main" val="2130797753"/>
                    </a:ext>
                  </a:extLst>
                </a:gridCol>
                <a:gridCol w="1003933">
                  <a:extLst>
                    <a:ext uri="{9D8B030D-6E8A-4147-A177-3AD203B41FA5}">
                      <a16:colId xmlns:a16="http://schemas.microsoft.com/office/drawing/2014/main" val="781474641"/>
                    </a:ext>
                  </a:extLst>
                </a:gridCol>
                <a:gridCol w="1003933">
                  <a:extLst>
                    <a:ext uri="{9D8B030D-6E8A-4147-A177-3AD203B41FA5}">
                      <a16:colId xmlns:a16="http://schemas.microsoft.com/office/drawing/2014/main" val="4141695918"/>
                    </a:ext>
                  </a:extLst>
                </a:gridCol>
                <a:gridCol w="1003933">
                  <a:extLst>
                    <a:ext uri="{9D8B030D-6E8A-4147-A177-3AD203B41FA5}">
                      <a16:colId xmlns:a16="http://schemas.microsoft.com/office/drawing/2014/main" val="1520327470"/>
                    </a:ext>
                  </a:extLst>
                </a:gridCol>
              </a:tblGrid>
              <a:tr h="926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Benchmark set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Score threshold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 precision (0.5Å)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 precision (1.5Å)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 recall (0.5Å)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 recall (1.5Å)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 F1 (0.5Å)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Mean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F1 (1.5Å)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5614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Single-protein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 (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original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0.08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0.12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0.61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0.94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4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0.21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733188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Single-protein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0.6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validation-selected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0.2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9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0.3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9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0.5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4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0.7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0.3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8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50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04775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Protein–compound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 (original)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2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20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0.5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6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0.92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0.1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8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31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280845"/>
                  </a:ext>
                </a:extLst>
              </a:tr>
              <a:tr h="6371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Protein–compound</a:t>
                      </a:r>
                    </a:p>
                  </a:txBody>
                  <a:tcPr marL="14480" marR="14480" marT="144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0.6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validation-selected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0.2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4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0.3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7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0.5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2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0.8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0.2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9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0.4</a:t>
                      </a:r>
                      <a:r>
                        <a:rPr lang="en-US" alt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lang="ko-KR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34" charset="-127"/>
                        </a:rPr>
                        <a:t> </a:t>
                      </a:r>
                    </a:p>
                  </a:txBody>
                  <a:tcPr marL="14480" marR="14480" marT="144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90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321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C5C6-42B2-A4D4-33D4-0496AF9B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D7B49A-EDF6-BDC1-2A54-8DEF0D3A7F36}"/>
              </a:ext>
            </a:extLst>
          </p:cNvPr>
          <p:cNvSpPr txBox="1"/>
          <p:nvPr/>
        </p:nvSpPr>
        <p:spPr>
          <a:xfrm>
            <a:off x="0" y="0"/>
            <a:ext cx="414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S1</a:t>
            </a:r>
            <a:endParaRPr lang="ko-KR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529FA8-7799-0ADB-4922-ECBD57484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347317"/>
              </p:ext>
            </p:extLst>
          </p:nvPr>
        </p:nvGraphicFramePr>
        <p:xfrm>
          <a:off x="2454442" y="157587"/>
          <a:ext cx="8104472" cy="3938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2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07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Probe-ineligible Atom classes</a:t>
                      </a:r>
                      <a:endParaRPr lang="ko-KR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atom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Alkali metal atoms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(Li, Na, K, Rb)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07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Probe-eligible Atom classes</a:t>
                      </a:r>
                      <a:endParaRPr lang="ko-KR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113478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atom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atom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atom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atom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Halogen atoms</a:t>
                      </a:r>
                      <a:b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(F, Cl, Br, I)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Non-alkali metal atoms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(Ca, Mg, Zn, Hg, Mn, Co, Fe, Ni, Cu, Cd)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307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Atom classes (Probe-ineligible)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343410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Probe class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Other atoms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624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48B0F14-0248-F1B6-B61B-91CA136DCBBC}"/>
              </a:ext>
            </a:extLst>
          </p:cNvPr>
          <p:cNvGraphicFramePr>
            <a:graphicFrameLocks noGrp="1"/>
          </p:cNvGraphicFramePr>
          <p:nvPr/>
        </p:nvGraphicFramePr>
        <p:xfrm>
          <a:off x="2641600" y="3144044"/>
          <a:ext cx="6908799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3279">
                  <a:extLst>
                    <a:ext uri="{9D8B030D-6E8A-4147-A177-3AD203B41FA5}">
                      <a16:colId xmlns:a16="http://schemas.microsoft.com/office/drawing/2014/main" val="4175716321"/>
                    </a:ext>
                  </a:extLst>
                </a:gridCol>
                <a:gridCol w="1211345">
                  <a:extLst>
                    <a:ext uri="{9D8B030D-6E8A-4147-A177-3AD203B41FA5}">
                      <a16:colId xmlns:a16="http://schemas.microsoft.com/office/drawing/2014/main" val="3044936608"/>
                    </a:ext>
                  </a:extLst>
                </a:gridCol>
                <a:gridCol w="1220883">
                  <a:extLst>
                    <a:ext uri="{9D8B030D-6E8A-4147-A177-3AD203B41FA5}">
                      <a16:colId xmlns:a16="http://schemas.microsoft.com/office/drawing/2014/main" val="4037480788"/>
                    </a:ext>
                  </a:extLst>
                </a:gridCol>
                <a:gridCol w="1278112">
                  <a:extLst>
                    <a:ext uri="{9D8B030D-6E8A-4147-A177-3AD203B41FA5}">
                      <a16:colId xmlns:a16="http://schemas.microsoft.com/office/drawing/2014/main" val="1292964599"/>
                    </a:ext>
                  </a:extLst>
                </a:gridCol>
                <a:gridCol w="1545180">
                  <a:extLst>
                    <a:ext uri="{9D8B030D-6E8A-4147-A177-3AD203B41FA5}">
                      <a16:colId xmlns:a16="http://schemas.microsoft.com/office/drawing/2014/main" val="1503698027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　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Capped assignment RMSD (Å)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Recall at 1.0 Å (%)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2368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training set size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n=1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n=3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n=1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n=3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160233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125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5.47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2.10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35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48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60749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250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5.44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2.06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38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52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78865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500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5.36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1.96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43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59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46948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1000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5.32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1.91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45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62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67073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2000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5.24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1.84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48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65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743903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3971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5.19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1.79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50 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67 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38890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749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6441</TotalTime>
  <Words>602</Words>
  <Application>Microsoft Office PowerPoint</Application>
  <PresentationFormat>와이드스크린</PresentationFormat>
  <Paragraphs>243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shado</dc:creator>
  <cp:lastModifiedBy>SANGWOO PARK</cp:lastModifiedBy>
  <cp:revision>393</cp:revision>
  <dcterms:created xsi:type="dcterms:W3CDTF">2024-01-17T11:40:54Z</dcterms:created>
  <dcterms:modified xsi:type="dcterms:W3CDTF">2026-10-14T17:58:37Z</dcterms:modified>
</cp:coreProperties>
</file>