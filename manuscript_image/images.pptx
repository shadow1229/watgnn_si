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24"/>
  </p:notesMasterIdLst>
  <p:sldIdLst>
    <p:sldId id="256" r:id="rId2"/>
    <p:sldId id="316" r:id="rId3"/>
    <p:sldId id="270" r:id="rId4"/>
    <p:sldId id="274" r:id="rId5"/>
    <p:sldId id="318" r:id="rId6"/>
    <p:sldId id="271" r:id="rId7"/>
    <p:sldId id="278" r:id="rId8"/>
    <p:sldId id="279" r:id="rId9"/>
    <p:sldId id="280" r:id="rId10"/>
    <p:sldId id="276" r:id="rId11"/>
    <p:sldId id="319" r:id="rId12"/>
    <p:sldId id="317" r:id="rId13"/>
    <p:sldId id="277" r:id="rId14"/>
    <p:sldId id="281" r:id="rId15"/>
    <p:sldId id="321" r:id="rId16"/>
    <p:sldId id="320" r:id="rId17"/>
    <p:sldId id="322" r:id="rId18"/>
    <p:sldId id="326" r:id="rId19"/>
    <p:sldId id="323" r:id="rId20"/>
    <p:sldId id="324" r:id="rId21"/>
    <p:sldId id="315" r:id="rId22"/>
    <p:sldId id="325" r:id="rId23"/>
  </p:sldIdLst>
  <p:sldSz cx="12192000" cy="6858000"/>
  <p:notesSz cx="6858000" cy="9144000"/>
  <p:defaultTextStyle>
    <a:defPPr>
      <a:defRPr lang="ko-KR"/>
    </a:defPPr>
    <a:lvl1pPr marL="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0000FF"/>
    <a:srgbClr val="FF00FF"/>
    <a:srgbClr val="00FFFF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보통 스타일 2 - 강조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20"/>
    <p:restoredTop sz="96242" autoAdjust="0"/>
  </p:normalViewPr>
  <p:slideViewPr>
    <p:cSldViewPr snapToGrid="0">
      <p:cViewPr>
        <p:scale>
          <a:sx n="100" d="100"/>
          <a:sy n="100" d="100"/>
        </p:scale>
        <p:origin x="150" y="25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viewProps" Target="viewProps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presProps" Target="presProp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notesMaster" Target="notesMasters/notesMaster1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tableStyles" Target="tableStyle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theme" Target="theme/theme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머리글 개체 틀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3" name="날짜 개체 틀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E2843E4A-A41A-42FD-8010-48B24052E2BB}" type="datetimeFigureOut">
              <a:rPr lang="ko-KR" altLang="en-US" smtClean="0"/>
              <a:t>2026-10-14</a:t>
            </a:fld>
            <a:endParaRPr lang="ko-KR" altLang="en-US"/>
          </a:p>
        </p:txBody>
      </p:sp>
      <p:sp>
        <p:nvSpPr>
          <p:cNvPr id="4" name="슬라이드 이미지 개체 틀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ko-KR" altLang="en-US"/>
          </a:p>
        </p:txBody>
      </p:sp>
      <p:sp>
        <p:nvSpPr>
          <p:cNvPr id="5" name="슬라이드 노트 개체 틀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DD83D87-FF08-4B60-B362-A4F5C715E348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26286396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DD83D87-FF08-4B60-B362-A4F5C715E348}" type="slidenum">
              <a:rPr lang="ko-KR" altLang="en-US" smtClean="0"/>
              <a:t>2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842430136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6695D9F7-3363-42A8-8226-56EDDE296B41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부제목 2">
            <a:extLst>
              <a:ext uri="{FF2B5EF4-FFF2-40B4-BE49-F238E27FC236}">
                <a16:creationId xmlns:a16="http://schemas.microsoft.com/office/drawing/2014/main" id="{043401B3-DDE5-4A85-849E-66FCC7E6DDB9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ko-KR" altLang="en-US"/>
              <a:t>클릭하여 마스터 부제목 스타일 편집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75B786D6-316E-4ACC-AB37-0A2E766D22D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3310D00-EBDD-46B5-B63D-F21270FD24FA}" type="datetimeFigureOut">
              <a:rPr lang="ko-KR" altLang="en-US" smtClean="0"/>
              <a:t>2026-10-14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31C19753-4A5E-4227-AFA9-8C9498A7222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8CACA108-A664-4B0F-952B-12BF1920755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5AFD80C-BDF0-4050-9762-47F52545593F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554124099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17AB432F-670F-486C-BAF7-B20F6644CDC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0D63B5BA-A771-4A0F-A24A-A3735857C4D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ko-KR" altLang="en-US"/>
              <a:t>마스터 텍스트 스타일 편집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6D236167-0701-4540-BA16-09BFF778BB2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3310D00-EBDD-46B5-B63D-F21270FD24FA}" type="datetimeFigureOut">
              <a:rPr lang="ko-KR" altLang="en-US" smtClean="0"/>
              <a:t>2026-10-14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64B2AB41-1C2F-484C-81D6-396AC07D272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76ABC511-9C5C-4ACB-B3DA-C2CE89B0A49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5AFD80C-BDF0-4050-9762-47F52545593F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972959410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구역 머리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3BFE2667-48B0-405F-9047-A1A8686BD1A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550588E9-F868-403C-9C33-28614E4BA4B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ko-KR" altLang="en-US"/>
              <a:t>마스터 텍스트 스타일 편집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150C2DFF-EE46-431B-BC28-8CF6E8328EA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3310D00-EBDD-46B5-B63D-F21270FD24FA}" type="datetimeFigureOut">
              <a:rPr lang="ko-KR" altLang="en-US" smtClean="0"/>
              <a:t>2026-10-14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FE4C6CCE-9B57-4AC5-BE47-BE9E71FDCFA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1F7F1A42-AA73-46A3-BF14-DD279FEE6FE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5AFD80C-BDF0-4050-9762-47F52545593F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66237581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콘텐츠 2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6E501937-4589-446D-90CA-9A64C504309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332248A3-35CF-4FDD-8AF1-C81BECFF4F7D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ko-KR" altLang="en-US"/>
              <a:t>마스터 텍스트 스타일 편집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02BF85A0-07A7-4F3F-8776-C9C30AAD63C6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ko-KR" altLang="en-US"/>
              <a:t>마스터 텍스트 스타일 편집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12A49AE9-E616-4508-AB5F-6C40543CB4C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3310D00-EBDD-46B5-B63D-F21270FD24FA}" type="datetimeFigureOut">
              <a:rPr lang="ko-KR" altLang="en-US" smtClean="0"/>
              <a:t>2026-10-14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1C629185-53A9-4BC1-BD1C-078685BA722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DCB25FFD-5D53-431B-A2FD-2E00F6128FA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5AFD80C-BDF0-4050-9762-47F52545593F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041538106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비교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B3700633-060B-419A-89B5-B236B72852B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087F6008-CAAB-403B-8640-FFD31D1A0D6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 편집</a:t>
            </a:r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D580390E-39C2-4F5D-9699-780C19637E2C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ko-KR" altLang="en-US"/>
              <a:t>마스터 텍스트 스타일 편집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21F0EA07-1BF4-4EAB-85D3-460165242F9E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 편집</a:t>
            </a:r>
          </a:p>
        </p:txBody>
      </p:sp>
      <p:sp>
        <p:nvSpPr>
          <p:cNvPr id="6" name="내용 개체 틀 5">
            <a:extLst>
              <a:ext uri="{FF2B5EF4-FFF2-40B4-BE49-F238E27FC236}">
                <a16:creationId xmlns:a16="http://schemas.microsoft.com/office/drawing/2014/main" id="{5D67A24D-3E86-46E6-B790-7E9F870C18FA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ko-KR" altLang="en-US"/>
              <a:t>마스터 텍스트 스타일 편집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7" name="날짜 개체 틀 6">
            <a:extLst>
              <a:ext uri="{FF2B5EF4-FFF2-40B4-BE49-F238E27FC236}">
                <a16:creationId xmlns:a16="http://schemas.microsoft.com/office/drawing/2014/main" id="{DA34432E-99DC-4004-95D7-E3DF37643C4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3310D00-EBDD-46B5-B63D-F21270FD24FA}" type="datetimeFigureOut">
              <a:rPr lang="ko-KR" altLang="en-US" smtClean="0"/>
              <a:t>2026-10-14</a:t>
            </a:fld>
            <a:endParaRPr lang="ko-KR" altLang="en-US"/>
          </a:p>
        </p:txBody>
      </p:sp>
      <p:sp>
        <p:nvSpPr>
          <p:cNvPr id="8" name="바닥글 개체 틀 7">
            <a:extLst>
              <a:ext uri="{FF2B5EF4-FFF2-40B4-BE49-F238E27FC236}">
                <a16:creationId xmlns:a16="http://schemas.microsoft.com/office/drawing/2014/main" id="{BFD53D2A-5135-4EF9-AF78-998FA18FA7F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9" name="슬라이드 번호 개체 틀 8">
            <a:extLst>
              <a:ext uri="{FF2B5EF4-FFF2-40B4-BE49-F238E27FC236}">
                <a16:creationId xmlns:a16="http://schemas.microsoft.com/office/drawing/2014/main" id="{D32A0097-310C-4E61-BBB0-E1BAD19015D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5AFD80C-BDF0-4050-9762-47F52545593F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622474949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제목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3CE26496-107C-4F27-B132-438EEDB588E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날짜 개체 틀 2">
            <a:extLst>
              <a:ext uri="{FF2B5EF4-FFF2-40B4-BE49-F238E27FC236}">
                <a16:creationId xmlns:a16="http://schemas.microsoft.com/office/drawing/2014/main" id="{A82A8132-398A-4E50-9F4E-096C6B07894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3310D00-EBDD-46B5-B63D-F21270FD24FA}" type="datetimeFigureOut">
              <a:rPr lang="ko-KR" altLang="en-US" smtClean="0"/>
              <a:t>2026-10-14</a:t>
            </a:fld>
            <a:endParaRPr lang="ko-KR" altLang="en-US"/>
          </a:p>
        </p:txBody>
      </p:sp>
      <p:sp>
        <p:nvSpPr>
          <p:cNvPr id="4" name="바닥글 개체 틀 3">
            <a:extLst>
              <a:ext uri="{FF2B5EF4-FFF2-40B4-BE49-F238E27FC236}">
                <a16:creationId xmlns:a16="http://schemas.microsoft.com/office/drawing/2014/main" id="{05A3D792-9C0F-4A6C-9E93-DD1D8DB0429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4F5998E9-6A54-4174-85D1-5B367C1A2F1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5AFD80C-BDF0-4050-9762-47F52545593F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89656325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빈 화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날짜 개체 틀 1">
            <a:extLst>
              <a:ext uri="{FF2B5EF4-FFF2-40B4-BE49-F238E27FC236}">
                <a16:creationId xmlns:a16="http://schemas.microsoft.com/office/drawing/2014/main" id="{47159D20-93EA-48A3-AAEA-52F7E9C16BB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3310D00-EBDD-46B5-B63D-F21270FD24FA}" type="datetimeFigureOut">
              <a:rPr lang="ko-KR" altLang="en-US" smtClean="0"/>
              <a:t>2026-10-14</a:t>
            </a:fld>
            <a:endParaRPr lang="ko-KR" altLang="en-US"/>
          </a:p>
        </p:txBody>
      </p:sp>
      <p:sp>
        <p:nvSpPr>
          <p:cNvPr id="3" name="바닥글 개체 틀 2">
            <a:extLst>
              <a:ext uri="{FF2B5EF4-FFF2-40B4-BE49-F238E27FC236}">
                <a16:creationId xmlns:a16="http://schemas.microsoft.com/office/drawing/2014/main" id="{8FB8FAE7-B6F1-4AE5-B287-9E6B93F9D1A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B3E52E73-20E6-44B4-8F67-851272A40BD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5AFD80C-BDF0-4050-9762-47F52545593F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27303660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캡션 있는 콘텐츠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EEE20730-2396-4DEB-9DB4-C6FF92DB544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BEEE336B-F909-4D02-867F-DE74FE3638B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ko-KR" altLang="en-US"/>
              <a:t>마스터 텍스트 스타일 편집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B20264F2-D95A-4343-A3E2-0CF86ED54B2F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 편집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8F40F8B7-09AB-4B00-8B89-308B49C4814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3310D00-EBDD-46B5-B63D-F21270FD24FA}" type="datetimeFigureOut">
              <a:rPr lang="ko-KR" altLang="en-US" smtClean="0"/>
              <a:t>2026-10-14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5F9C7798-76C1-4277-A0EC-79930AAA0E2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C3D39062-6BE8-4ADF-A7A2-0827543C38F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5AFD80C-BDF0-4050-9762-47F52545593F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605759783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캡션 있는 그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E36CDFC2-924B-4A52-8818-78982E7E148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그림 개체 틀 2">
            <a:extLst>
              <a:ext uri="{FF2B5EF4-FFF2-40B4-BE49-F238E27FC236}">
                <a16:creationId xmlns:a16="http://schemas.microsoft.com/office/drawing/2014/main" id="{4311706B-69D6-4BE9-9E10-C10C6ECA6765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ko-KR" altLang="en-US"/>
          </a:p>
        </p:txBody>
      </p:sp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9F44DCE6-5408-4AE2-AB45-82A729E2B4F0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 편집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670D9B8E-FEEC-4846-8738-97BA2F3E988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3310D00-EBDD-46B5-B63D-F21270FD24FA}" type="datetimeFigureOut">
              <a:rPr lang="ko-KR" altLang="en-US" smtClean="0"/>
              <a:t>2026-10-14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A3AC8169-CACF-430C-A107-0D0D3E7C351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7471D47F-DC7B-428B-9969-A7120A05241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5AFD80C-BDF0-4050-9762-47F52545593F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611801611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제목 및 세로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4AE703FD-D4E0-42F3-9218-2285C142317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>
            <a:extLst>
              <a:ext uri="{FF2B5EF4-FFF2-40B4-BE49-F238E27FC236}">
                <a16:creationId xmlns:a16="http://schemas.microsoft.com/office/drawing/2014/main" id="{4A031222-0B87-40CB-9479-A2D29382D002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ko-KR" altLang="en-US"/>
              <a:t>마스터 텍스트 스타일 편집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9A854BBC-54E8-412A-9982-29AD77F5F6E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3310D00-EBDD-46B5-B63D-F21270FD24FA}" type="datetimeFigureOut">
              <a:rPr lang="ko-KR" altLang="en-US" smtClean="0"/>
              <a:t>2026-10-14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F44B8984-F58A-4D74-AD6C-35822F82140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97A9A53B-EAC4-4F51-9C72-660BE7A7E36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5AFD80C-BDF0-4050-9762-47F52545593F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189063811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세로 제목 및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세로 제목 1">
            <a:extLst>
              <a:ext uri="{FF2B5EF4-FFF2-40B4-BE49-F238E27FC236}">
                <a16:creationId xmlns:a16="http://schemas.microsoft.com/office/drawing/2014/main" id="{C8814C7B-7857-49A0-AA4F-29EE222C0B91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>
            <a:extLst>
              <a:ext uri="{FF2B5EF4-FFF2-40B4-BE49-F238E27FC236}">
                <a16:creationId xmlns:a16="http://schemas.microsoft.com/office/drawing/2014/main" id="{50114004-1800-4633-8DE9-0844A840C606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ko-KR" altLang="en-US"/>
              <a:t>마스터 텍스트 스타일 편집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2A0B8C6F-86F9-4B1F-9894-6C8F8CEB8F0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3310D00-EBDD-46B5-B63D-F21270FD24FA}" type="datetimeFigureOut">
              <a:rPr lang="ko-KR" altLang="en-US" smtClean="0"/>
              <a:t>2026-10-14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DC258515-DCAD-4DAA-B5D9-2542D52BC0C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C4524404-60BF-4E76-9FB8-455E9FA1BEF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5AFD80C-BDF0-4050-9762-47F52545593F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289177496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개체 틀 1">
            <a:extLst>
              <a:ext uri="{FF2B5EF4-FFF2-40B4-BE49-F238E27FC236}">
                <a16:creationId xmlns:a16="http://schemas.microsoft.com/office/drawing/2014/main" id="{8255BF9F-B9C1-437B-AD00-4B928074C06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B1426B44-07EF-4B6E-A836-A7E5E654C85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ko-KR" altLang="en-US"/>
              <a:t>마스터 텍스트 스타일 편집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8565CE6F-B4D1-4938-89E3-42AAF80AD91B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33310D00-EBDD-46B5-B63D-F21270FD24FA}" type="datetimeFigureOut">
              <a:rPr lang="ko-KR" altLang="en-US" smtClean="0"/>
              <a:t>2026-10-14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C1993933-0ACD-4398-A9C9-AD37D9618751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1C245DE3-23D7-400C-8B0C-164F3D0D1B5D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45AFD80C-BDF0-4050-9762-47F52545593F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88581157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1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1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ko-KR"/>
      </a:defPPr>
      <a:lvl1pPr marL="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3.png"/><Relationship Id="rId4" Type="http://schemas.openxmlformats.org/officeDocument/2006/relationships/image" Target="../media/image2.pn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6.png"/><Relationship Id="rId4" Type="http://schemas.openxmlformats.org/officeDocument/2006/relationships/image" Target="../media/image5.png"/></Relationships>
</file>

<file path=ppt/slides/_rels/slide4.xml.rels><?xml version="1.0" encoding="UTF-8" standalone="yes"?>
<Relationships xmlns="http://schemas.openxmlformats.org/package/2006/relationships"><Relationship Id="rId8" Type="http://schemas.openxmlformats.org/officeDocument/2006/relationships/image" Target="../media/image12.png"/><Relationship Id="rId3" Type="http://schemas.openxmlformats.org/officeDocument/2006/relationships/image" Target="../media/image7.png"/><Relationship Id="rId7" Type="http://schemas.openxmlformats.org/officeDocument/2006/relationships/image" Target="../media/image11.png"/><Relationship Id="rId2" Type="http://schemas.openxmlformats.org/officeDocument/2006/relationships/image" Target="../media/image60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10.png"/><Relationship Id="rId5" Type="http://schemas.openxmlformats.org/officeDocument/2006/relationships/image" Target="../media/image9.png"/><Relationship Id="rId4" Type="http://schemas.openxmlformats.org/officeDocument/2006/relationships/image" Target="../media/image8.png"/></Relationships>
</file>

<file path=ppt/slides/_rels/slide5.xml.rels><?xml version="1.0" encoding="UTF-8" standalone="yes"?>
<Relationships xmlns="http://schemas.openxmlformats.org/package/2006/relationships"><Relationship Id="rId8" Type="http://schemas.openxmlformats.org/officeDocument/2006/relationships/image" Target="../media/image70.png"/><Relationship Id="rId3" Type="http://schemas.openxmlformats.org/officeDocument/2006/relationships/image" Target="../media/image14.png"/><Relationship Id="rId7" Type="http://schemas.openxmlformats.org/officeDocument/2006/relationships/image" Target="../media/image61.png"/><Relationship Id="rId12" Type="http://schemas.openxmlformats.org/officeDocument/2006/relationships/image" Target="../media/image110.png"/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2.png"/><Relationship Id="rId11" Type="http://schemas.openxmlformats.org/officeDocument/2006/relationships/image" Target="../media/image100.png"/><Relationship Id="rId5" Type="http://schemas.openxmlformats.org/officeDocument/2006/relationships/image" Target="../media/image410.png"/><Relationship Id="rId10" Type="http://schemas.openxmlformats.org/officeDocument/2006/relationships/image" Target="../media/image90.png"/><Relationship Id="rId4" Type="http://schemas.openxmlformats.org/officeDocument/2006/relationships/image" Target="../media/image310.png"/><Relationship Id="rId9" Type="http://schemas.openxmlformats.org/officeDocument/2006/relationships/image" Target="../media/image80.png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19.png"/><Relationship Id="rId5" Type="http://schemas.openxmlformats.org/officeDocument/2006/relationships/image" Target="../media/image18.png"/><Relationship Id="rId4" Type="http://schemas.openxmlformats.org/officeDocument/2006/relationships/image" Target="../media/image17.pn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1.png"/><Relationship Id="rId2" Type="http://schemas.openxmlformats.org/officeDocument/2006/relationships/image" Target="../media/image20.png"/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3.png"/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25.png"/><Relationship Id="rId4" Type="http://schemas.openxmlformats.org/officeDocument/2006/relationships/image" Target="../media/image24.png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7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7.png"/><Relationship Id="rId2" Type="http://schemas.openxmlformats.org/officeDocument/2006/relationships/image" Target="../media/image26.png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29.png"/><Relationship Id="rId4" Type="http://schemas.openxmlformats.org/officeDocument/2006/relationships/image" Target="../media/image28.png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1.png"/><Relationship Id="rId2" Type="http://schemas.openxmlformats.org/officeDocument/2006/relationships/image" Target="../media/image30.png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33.png"/><Relationship Id="rId4" Type="http://schemas.openxmlformats.org/officeDocument/2006/relationships/image" Target="../media/image32.png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5.png"/><Relationship Id="rId2" Type="http://schemas.openxmlformats.org/officeDocument/2006/relationships/image" Target="../media/image34.png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37.png"/><Relationship Id="rId4" Type="http://schemas.openxmlformats.org/officeDocument/2006/relationships/image" Target="../media/image36.png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9.png"/><Relationship Id="rId2" Type="http://schemas.openxmlformats.org/officeDocument/2006/relationships/image" Target="../media/image38.png"/><Relationship Id="rId1" Type="http://schemas.openxmlformats.org/officeDocument/2006/relationships/slideLayout" Target="../slideLayouts/slideLayout7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41.png"/><Relationship Id="rId2" Type="http://schemas.openxmlformats.org/officeDocument/2006/relationships/image" Target="../media/image40.png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43.png"/><Relationship Id="rId4" Type="http://schemas.openxmlformats.org/officeDocument/2006/relationships/image" Target="../media/image42.png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45.png"/><Relationship Id="rId2" Type="http://schemas.openxmlformats.org/officeDocument/2006/relationships/image" Target="../media/image44.png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47.png"/><Relationship Id="rId4" Type="http://schemas.openxmlformats.org/officeDocument/2006/relationships/image" Target="../media/image46.png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49.png"/><Relationship Id="rId2" Type="http://schemas.openxmlformats.org/officeDocument/2006/relationships/image" Target="../media/image48.png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51.png"/><Relationship Id="rId4" Type="http://schemas.openxmlformats.org/officeDocument/2006/relationships/image" Target="../media/image50.png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53.png"/><Relationship Id="rId1" Type="http://schemas.openxmlformats.org/officeDocument/2006/relationships/slideLayout" Target="../slideLayouts/slideLayout7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C4E4683E-D106-492F-BA29-455085C2B591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3" name="부제목 2">
            <a:extLst>
              <a:ext uri="{FF2B5EF4-FFF2-40B4-BE49-F238E27FC236}">
                <a16:creationId xmlns:a16="http://schemas.microsoft.com/office/drawing/2014/main" id="{71CA69B5-7DCD-44ED-8EA1-FE5C530E7FB6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303491611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B817258-D4F1-B1EB-D2C6-3B1AF2D5917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TextBox 11">
            <a:extLst>
              <a:ext uri="{FF2B5EF4-FFF2-40B4-BE49-F238E27FC236}">
                <a16:creationId xmlns:a16="http://schemas.microsoft.com/office/drawing/2014/main" id="{DA4B13E6-6BA2-85F7-EF35-9139AC67040D}"/>
              </a:ext>
            </a:extLst>
          </p:cNvPr>
          <p:cNvSpPr txBox="1"/>
          <p:nvPr/>
        </p:nvSpPr>
        <p:spPr>
          <a:xfrm>
            <a:off x="-1" y="0"/>
            <a:ext cx="2532185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2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TOC Graphics</a:t>
            </a:r>
            <a:endParaRPr lang="ko-KR" altLang="en-US" sz="28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FD9EEA55-B4D1-8030-A1FC-7F9C7F06EFEB}"/>
              </a:ext>
            </a:extLst>
          </p:cNvPr>
          <p:cNvSpPr txBox="1"/>
          <p:nvPr/>
        </p:nvSpPr>
        <p:spPr>
          <a:xfrm>
            <a:off x="1800000" y="1440000"/>
            <a:ext cx="2970000" cy="1602000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endParaRPr lang="ko-KR" altLang="en-US" dirty="0"/>
          </a:p>
        </p:txBody>
      </p:sp>
      <p:pic>
        <p:nvPicPr>
          <p:cNvPr id="9" name="그림 8">
            <a:extLst>
              <a:ext uri="{FF2B5EF4-FFF2-40B4-BE49-F238E27FC236}">
                <a16:creationId xmlns:a16="http://schemas.microsoft.com/office/drawing/2014/main" id="{E5DB18D6-3260-4609-3EB3-D36A7D38B79A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890000" y="2088000"/>
            <a:ext cx="1080000" cy="720000"/>
          </a:xfrm>
          <a:prstGeom prst="rect">
            <a:avLst/>
          </a:prstGeom>
          <a:ln>
            <a:noFill/>
          </a:ln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2BE24C3B-7E01-46CF-30DD-F34DA9DE0245}"/>
              </a:ext>
            </a:extLst>
          </p:cNvPr>
          <p:cNvSpPr txBox="1"/>
          <p:nvPr/>
        </p:nvSpPr>
        <p:spPr>
          <a:xfrm>
            <a:off x="1800000" y="2826000"/>
            <a:ext cx="1260000" cy="215444"/>
          </a:xfrm>
          <a:prstGeom prst="rect">
            <a:avLst/>
          </a:prstGeom>
          <a:noFill/>
          <a:ln>
            <a:noFill/>
          </a:ln>
        </p:spPr>
        <p:txBody>
          <a:bodyPr wrap="square" rtlCol="0">
            <a:spAutoFit/>
          </a:bodyPr>
          <a:lstStyle/>
          <a:p>
            <a:pPr algn="ctr"/>
            <a:r>
              <a:rPr lang="en-US" altLang="ko-KR" sz="8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Protein</a:t>
            </a:r>
            <a:r>
              <a:rPr lang="ko-KR" altLang="en-US" sz="8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altLang="ko-KR" sz="8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structure</a:t>
            </a:r>
            <a:endParaRPr lang="ko-KR" altLang="en-US" sz="800" b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7360644F-8514-654F-874F-325CBDE8D3A1}"/>
              </a:ext>
            </a:extLst>
          </p:cNvPr>
          <p:cNvSpPr txBox="1"/>
          <p:nvPr/>
        </p:nvSpPr>
        <p:spPr>
          <a:xfrm>
            <a:off x="3510000" y="2826000"/>
            <a:ext cx="1260000" cy="216000"/>
          </a:xfrm>
          <a:prstGeom prst="rect">
            <a:avLst/>
          </a:prstGeom>
          <a:noFill/>
          <a:ln>
            <a:noFill/>
          </a:ln>
        </p:spPr>
        <p:txBody>
          <a:bodyPr wrap="square" rtlCol="0">
            <a:spAutoFit/>
          </a:bodyPr>
          <a:lstStyle/>
          <a:p>
            <a:pPr algn="ctr"/>
            <a:r>
              <a:rPr lang="en-US" altLang="ko-KR" sz="8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Predicted water sites </a:t>
            </a:r>
            <a:endParaRPr lang="ko-KR" altLang="en-US" sz="800" b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061CA7B3-8CEF-69BD-1EC3-1A30B5FEBAA1}"/>
              </a:ext>
            </a:extLst>
          </p:cNvPr>
          <p:cNvSpPr txBox="1"/>
          <p:nvPr/>
        </p:nvSpPr>
        <p:spPr>
          <a:xfrm>
            <a:off x="2758737" y="2329777"/>
            <a:ext cx="1052895" cy="230832"/>
          </a:xfrm>
          <a:prstGeom prst="rect">
            <a:avLst/>
          </a:prstGeom>
          <a:noFill/>
          <a:ln>
            <a:noFill/>
          </a:ln>
        </p:spPr>
        <p:txBody>
          <a:bodyPr wrap="square" rtlCol="0">
            <a:spAutoFit/>
          </a:bodyPr>
          <a:lstStyle/>
          <a:p>
            <a:pPr algn="ctr"/>
            <a:r>
              <a:rPr lang="en-US" altLang="ko-KR" sz="900" b="1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WatGNN</a:t>
            </a:r>
            <a:endParaRPr lang="ko-KR" altLang="en-US" sz="900" b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cxnSp>
        <p:nvCxnSpPr>
          <p:cNvPr id="18" name="직선 화살표 연결선 17">
            <a:extLst>
              <a:ext uri="{FF2B5EF4-FFF2-40B4-BE49-F238E27FC236}">
                <a16:creationId xmlns:a16="http://schemas.microsoft.com/office/drawing/2014/main" id="{52CD66F2-65E7-8B34-3563-7DEAAA9E2805}"/>
              </a:ext>
            </a:extLst>
          </p:cNvPr>
          <p:cNvCxnSpPr>
            <a:cxnSpLocks/>
            <a:endCxn id="17" idx="0"/>
          </p:cNvCxnSpPr>
          <p:nvPr/>
        </p:nvCxnSpPr>
        <p:spPr>
          <a:xfrm>
            <a:off x="3845516" y="1856877"/>
            <a:ext cx="294852" cy="231123"/>
          </a:xfrm>
          <a:prstGeom prst="straightConnector1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2" name="직선 화살표 연결선 21">
            <a:extLst>
              <a:ext uri="{FF2B5EF4-FFF2-40B4-BE49-F238E27FC236}">
                <a16:creationId xmlns:a16="http://schemas.microsoft.com/office/drawing/2014/main" id="{84A976F0-93BC-0046-3852-5D92DDA1D49B}"/>
              </a:ext>
            </a:extLst>
          </p:cNvPr>
          <p:cNvCxnSpPr>
            <a:cxnSpLocks/>
            <a:stCxn id="9" idx="0"/>
          </p:cNvCxnSpPr>
          <p:nvPr/>
        </p:nvCxnSpPr>
        <p:spPr>
          <a:xfrm flipV="1">
            <a:off x="2430000" y="1856877"/>
            <a:ext cx="295200" cy="231123"/>
          </a:xfrm>
          <a:prstGeom prst="straightConnector1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2" name="그림 1">
            <a:extLst>
              <a:ext uri="{FF2B5EF4-FFF2-40B4-BE49-F238E27FC236}">
                <a16:creationId xmlns:a16="http://schemas.microsoft.com/office/drawing/2014/main" id="{BBABF1D9-8CD5-359D-1488-88DE24312AFE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12801" b="15600"/>
          <a:stretch>
            <a:fillRect/>
          </a:stretch>
        </p:blipFill>
        <p:spPr>
          <a:xfrm>
            <a:off x="2745000" y="1728000"/>
            <a:ext cx="1080000" cy="515509"/>
          </a:xfrm>
          <a:prstGeom prst="rect">
            <a:avLst/>
          </a:prstGeom>
          <a:ln>
            <a:noFill/>
          </a:ln>
        </p:spPr>
      </p:pic>
      <p:pic>
        <p:nvPicPr>
          <p:cNvPr id="17" name="그림 16">
            <a:extLst>
              <a:ext uri="{FF2B5EF4-FFF2-40B4-BE49-F238E27FC236}">
                <a16:creationId xmlns:a16="http://schemas.microsoft.com/office/drawing/2014/main" id="{A8F4D636-8996-B92E-B4F5-B924204A9E4E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3600368" y="2088000"/>
            <a:ext cx="1080000" cy="720000"/>
          </a:xfrm>
          <a:prstGeom prst="rect">
            <a:avLst/>
          </a:prstGeom>
          <a:ln>
            <a:noFill/>
          </a:ln>
        </p:spPr>
      </p:pic>
      <p:sp>
        <p:nvSpPr>
          <p:cNvPr id="13" name="TextBox 12">
            <a:extLst>
              <a:ext uri="{FF2B5EF4-FFF2-40B4-BE49-F238E27FC236}">
                <a16:creationId xmlns:a16="http://schemas.microsoft.com/office/drawing/2014/main" id="{773C6A14-320E-D1D2-E34C-E9B167826842}"/>
              </a:ext>
            </a:extLst>
          </p:cNvPr>
          <p:cNvSpPr txBox="1"/>
          <p:nvPr/>
        </p:nvSpPr>
        <p:spPr>
          <a:xfrm>
            <a:off x="2566800" y="1440000"/>
            <a:ext cx="1440000" cy="288000"/>
          </a:xfrm>
          <a:prstGeom prst="rect">
            <a:avLst/>
          </a:prstGeom>
          <a:noFill/>
          <a:ln>
            <a:noFill/>
          </a:ln>
        </p:spPr>
        <p:txBody>
          <a:bodyPr wrap="square" rtlCol="0" anchor="ctr">
            <a:spAutoFit/>
          </a:bodyPr>
          <a:lstStyle/>
          <a:p>
            <a:pPr algn="ctr"/>
            <a:r>
              <a:rPr lang="en-US" altLang="ko-KR" sz="8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SE(3)-Equivariant</a:t>
            </a:r>
            <a:br>
              <a:rPr lang="en-US" altLang="ko-KR" sz="800" b="1" dirty="0"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r>
              <a:rPr lang="en-US" altLang="ko-KR" sz="8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Graph Neural Network</a:t>
            </a:r>
            <a:endParaRPr lang="ko-KR" altLang="en-US" sz="800" b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806252834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그림 8">
            <a:extLst>
              <a:ext uri="{FF2B5EF4-FFF2-40B4-BE49-F238E27FC236}">
                <a16:creationId xmlns:a16="http://schemas.microsoft.com/office/drawing/2014/main" id="{F047214C-62BA-44B0-BCF7-CCD9048600E5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20000" y="360000"/>
            <a:ext cx="3888000" cy="2592000"/>
          </a:xfrm>
          <a:prstGeom prst="rect">
            <a:avLst/>
          </a:prstGeom>
        </p:spPr>
      </p:pic>
      <p:pic>
        <p:nvPicPr>
          <p:cNvPr id="17" name="그림 16">
            <a:extLst>
              <a:ext uri="{FF2B5EF4-FFF2-40B4-BE49-F238E27FC236}">
                <a16:creationId xmlns:a16="http://schemas.microsoft.com/office/drawing/2014/main" id="{9488FB7A-63F0-4FFB-AAC1-CC0B5381A7C7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760000" y="360000"/>
            <a:ext cx="3888000" cy="2592000"/>
          </a:xfrm>
          <a:prstGeom prst="rect">
            <a:avLst/>
          </a:prstGeom>
        </p:spPr>
      </p:pic>
      <p:pic>
        <p:nvPicPr>
          <p:cNvPr id="19" name="그림 18">
            <a:extLst>
              <a:ext uri="{FF2B5EF4-FFF2-40B4-BE49-F238E27FC236}">
                <a16:creationId xmlns:a16="http://schemas.microsoft.com/office/drawing/2014/main" id="{54670AE9-2DE6-4412-9AC2-D8B8C7A7661E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20000" y="3672000"/>
            <a:ext cx="3888000" cy="2592000"/>
          </a:xfrm>
          <a:prstGeom prst="rect">
            <a:avLst/>
          </a:prstGeom>
        </p:spPr>
      </p:pic>
      <p:pic>
        <p:nvPicPr>
          <p:cNvPr id="21" name="그림 20">
            <a:extLst>
              <a:ext uri="{FF2B5EF4-FFF2-40B4-BE49-F238E27FC236}">
                <a16:creationId xmlns:a16="http://schemas.microsoft.com/office/drawing/2014/main" id="{3CEC7B5C-8604-4EA3-8F1C-24FF7A110EFC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760000" y="3672000"/>
            <a:ext cx="3888000" cy="2592000"/>
          </a:xfrm>
          <a:prstGeom prst="rect">
            <a:avLst/>
          </a:prstGeom>
        </p:spPr>
      </p:pic>
      <p:cxnSp>
        <p:nvCxnSpPr>
          <p:cNvPr id="23" name="직선 화살표 연결선 22">
            <a:extLst>
              <a:ext uri="{FF2B5EF4-FFF2-40B4-BE49-F238E27FC236}">
                <a16:creationId xmlns:a16="http://schemas.microsoft.com/office/drawing/2014/main" id="{3353D658-D674-4E2F-95F6-0292EDD4CC7E}"/>
              </a:ext>
            </a:extLst>
          </p:cNvPr>
          <p:cNvCxnSpPr>
            <a:stCxn id="9" idx="2"/>
            <a:endCxn id="19" idx="0"/>
          </p:cNvCxnSpPr>
          <p:nvPr/>
        </p:nvCxnSpPr>
        <p:spPr>
          <a:xfrm>
            <a:off x="2664000" y="2952000"/>
            <a:ext cx="0" cy="720000"/>
          </a:xfrm>
          <a:prstGeom prst="straightConnector1">
            <a:avLst/>
          </a:prstGeom>
          <a:ln w="571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5" name="직선 화살표 연결선 24">
            <a:extLst>
              <a:ext uri="{FF2B5EF4-FFF2-40B4-BE49-F238E27FC236}">
                <a16:creationId xmlns:a16="http://schemas.microsoft.com/office/drawing/2014/main" id="{A04218C7-8030-4BED-AFEA-105E38F83E05}"/>
              </a:ext>
            </a:extLst>
          </p:cNvPr>
          <p:cNvCxnSpPr>
            <a:stCxn id="21" idx="0"/>
            <a:endCxn id="17" idx="2"/>
          </p:cNvCxnSpPr>
          <p:nvPr/>
        </p:nvCxnSpPr>
        <p:spPr>
          <a:xfrm flipV="1">
            <a:off x="7704000" y="2952000"/>
            <a:ext cx="0" cy="720000"/>
          </a:xfrm>
          <a:prstGeom prst="straightConnector1">
            <a:avLst/>
          </a:prstGeom>
          <a:ln w="571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7" name="직선 화살표 연결선 26">
            <a:extLst>
              <a:ext uri="{FF2B5EF4-FFF2-40B4-BE49-F238E27FC236}">
                <a16:creationId xmlns:a16="http://schemas.microsoft.com/office/drawing/2014/main" id="{772183FB-4577-4C6A-952F-A0D691A6007E}"/>
              </a:ext>
            </a:extLst>
          </p:cNvPr>
          <p:cNvCxnSpPr>
            <a:stCxn id="19" idx="3"/>
            <a:endCxn id="21" idx="1"/>
          </p:cNvCxnSpPr>
          <p:nvPr/>
        </p:nvCxnSpPr>
        <p:spPr>
          <a:xfrm>
            <a:off x="4608000" y="4968000"/>
            <a:ext cx="1152000" cy="0"/>
          </a:xfrm>
          <a:prstGeom prst="straightConnector1">
            <a:avLst/>
          </a:prstGeom>
          <a:ln w="571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8" name="직사각형 27">
            <a:extLst>
              <a:ext uri="{FF2B5EF4-FFF2-40B4-BE49-F238E27FC236}">
                <a16:creationId xmlns:a16="http://schemas.microsoft.com/office/drawing/2014/main" id="{152E059A-CE34-4FB6-BBE5-ED3C69A9689D}"/>
              </a:ext>
            </a:extLst>
          </p:cNvPr>
          <p:cNvSpPr/>
          <p:nvPr/>
        </p:nvSpPr>
        <p:spPr>
          <a:xfrm>
            <a:off x="2342001" y="1397764"/>
            <a:ext cx="480997" cy="439472"/>
          </a:xfrm>
          <a:prstGeom prst="rect">
            <a:avLst/>
          </a:prstGeom>
          <a:noFill/>
          <a:ln w="317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CD9CBE1B-4BCB-4E87-AD65-15F1161DE241}"/>
              </a:ext>
            </a:extLst>
          </p:cNvPr>
          <p:cNvSpPr txBox="1"/>
          <p:nvPr/>
        </p:nvSpPr>
        <p:spPr>
          <a:xfrm>
            <a:off x="2643380" y="3118267"/>
            <a:ext cx="1481995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4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Probe building</a:t>
            </a:r>
            <a:endParaRPr lang="ko-KR" altLang="en-US" sz="1400" b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70C28370-B53F-42EC-B496-81EB8F86F466}"/>
              </a:ext>
            </a:extLst>
          </p:cNvPr>
          <p:cNvSpPr txBox="1"/>
          <p:nvPr/>
        </p:nvSpPr>
        <p:spPr>
          <a:xfrm>
            <a:off x="4653360" y="5044655"/>
            <a:ext cx="1061280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14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SE(3)-GNN</a:t>
            </a:r>
            <a:endParaRPr lang="ko-KR" altLang="en-US" sz="1400" b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7280797C-6FFB-412F-8A04-569DFD2D484D}"/>
              </a:ext>
            </a:extLst>
          </p:cNvPr>
          <p:cNvSpPr txBox="1"/>
          <p:nvPr/>
        </p:nvSpPr>
        <p:spPr>
          <a:xfrm>
            <a:off x="7704000" y="3158111"/>
            <a:ext cx="1622877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4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Position clustering </a:t>
            </a:r>
            <a:endParaRPr lang="ko-KR" altLang="en-US" sz="1400" b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2" name="TextBox 11"/>
          <p:cNvSpPr txBox="1"/>
          <p:nvPr/>
        </p:nvSpPr>
        <p:spPr>
          <a:xfrm>
            <a:off x="0" y="0"/>
            <a:ext cx="1260000" cy="54000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2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Fig 1</a:t>
            </a:r>
            <a:endParaRPr lang="ko-KR" altLang="en-US" sz="28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463578228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TextBox 98">
            <a:extLst>
              <a:ext uri="{FF2B5EF4-FFF2-40B4-BE49-F238E27FC236}">
                <a16:creationId xmlns:a16="http://schemas.microsoft.com/office/drawing/2014/main" id="{94B118C3-19E9-4DD5-A05C-74F0C2CDAFB0}"/>
              </a:ext>
            </a:extLst>
          </p:cNvPr>
          <p:cNvSpPr txBox="1"/>
          <p:nvPr/>
        </p:nvSpPr>
        <p:spPr>
          <a:xfrm>
            <a:off x="-1" y="0"/>
            <a:ext cx="2200759" cy="95410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2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Fig 2 (deprecated)</a:t>
            </a:r>
            <a:endParaRPr lang="ko-KR" altLang="en-US" sz="28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grpSp>
        <p:nvGrpSpPr>
          <p:cNvPr id="95" name="그룹 94">
            <a:extLst>
              <a:ext uri="{FF2B5EF4-FFF2-40B4-BE49-F238E27FC236}">
                <a16:creationId xmlns:a16="http://schemas.microsoft.com/office/drawing/2014/main" id="{641F6A64-2042-E1FB-8505-168B7169AE38}"/>
              </a:ext>
            </a:extLst>
          </p:cNvPr>
          <p:cNvGrpSpPr/>
          <p:nvPr/>
        </p:nvGrpSpPr>
        <p:grpSpPr>
          <a:xfrm>
            <a:off x="2804043" y="482069"/>
            <a:ext cx="7263982" cy="6029218"/>
            <a:chOff x="2804043" y="482069"/>
            <a:chExt cx="7263982" cy="6029218"/>
          </a:xfrm>
        </p:grpSpPr>
        <p:cxnSp>
          <p:nvCxnSpPr>
            <p:cNvPr id="85" name="직선 화살표 연결선 84">
              <a:extLst>
                <a:ext uri="{FF2B5EF4-FFF2-40B4-BE49-F238E27FC236}">
                  <a16:creationId xmlns:a16="http://schemas.microsoft.com/office/drawing/2014/main" id="{A9AC68F7-5FC5-4D23-A62D-DB5C5255B9AA}"/>
                </a:ext>
              </a:extLst>
            </p:cNvPr>
            <p:cNvCxnSpPr>
              <a:cxnSpLocks/>
              <a:stCxn id="81" idx="2"/>
            </p:cNvCxnSpPr>
            <p:nvPr/>
          </p:nvCxnSpPr>
          <p:spPr>
            <a:xfrm flipH="1">
              <a:off x="7324825" y="2700002"/>
              <a:ext cx="972439" cy="0"/>
            </a:xfrm>
            <a:prstGeom prst="straightConnector1">
              <a:avLst/>
            </a:prstGeom>
            <a:ln w="50800">
              <a:solidFill>
                <a:srgbClr val="00B0F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3" name="직선 화살표 연결선 82">
              <a:extLst>
                <a:ext uri="{FF2B5EF4-FFF2-40B4-BE49-F238E27FC236}">
                  <a16:creationId xmlns:a16="http://schemas.microsoft.com/office/drawing/2014/main" id="{D166959A-FCBE-4676-9003-0390F1F9E2F4}"/>
                </a:ext>
              </a:extLst>
            </p:cNvPr>
            <p:cNvCxnSpPr>
              <a:cxnSpLocks/>
              <a:stCxn id="81" idx="4"/>
            </p:cNvCxnSpPr>
            <p:nvPr/>
          </p:nvCxnSpPr>
          <p:spPr>
            <a:xfrm flipV="1">
              <a:off x="8297265" y="1717200"/>
              <a:ext cx="0" cy="972000"/>
            </a:xfrm>
            <a:prstGeom prst="straightConnector1">
              <a:avLst/>
            </a:prstGeom>
            <a:ln w="50800">
              <a:solidFill>
                <a:srgbClr val="FF00FF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8" name="직선 화살표 연결선 67">
              <a:extLst>
                <a:ext uri="{FF2B5EF4-FFF2-40B4-BE49-F238E27FC236}">
                  <a16:creationId xmlns:a16="http://schemas.microsoft.com/office/drawing/2014/main" id="{D1CA1134-B532-429E-A236-2ADE7FE76822}"/>
                </a:ext>
              </a:extLst>
            </p:cNvPr>
            <p:cNvCxnSpPr>
              <a:stCxn id="28" idx="6"/>
              <a:endCxn id="64" idx="2"/>
            </p:cNvCxnSpPr>
            <p:nvPr/>
          </p:nvCxnSpPr>
          <p:spPr>
            <a:xfrm flipH="1">
              <a:off x="2962800" y="3420001"/>
              <a:ext cx="720001" cy="0"/>
            </a:xfrm>
            <a:prstGeom prst="straightConnector1">
              <a:avLst/>
            </a:prstGeom>
            <a:ln w="25400">
              <a:solidFill>
                <a:srgbClr val="00B0F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6" name="직선 화살표 연결선 55">
              <a:extLst>
                <a:ext uri="{FF2B5EF4-FFF2-40B4-BE49-F238E27FC236}">
                  <a16:creationId xmlns:a16="http://schemas.microsoft.com/office/drawing/2014/main" id="{667BF4C4-5B0C-4992-B557-7F77F0B03BE3}"/>
                </a:ext>
              </a:extLst>
            </p:cNvPr>
            <p:cNvCxnSpPr>
              <a:cxnSpLocks/>
              <a:stCxn id="31" idx="3"/>
              <a:endCxn id="60" idx="6"/>
            </p:cNvCxnSpPr>
            <p:nvPr/>
          </p:nvCxnSpPr>
          <p:spPr>
            <a:xfrm>
              <a:off x="4932000" y="4140001"/>
              <a:ext cx="720001" cy="0"/>
            </a:xfrm>
            <a:prstGeom prst="straightConnector1">
              <a:avLst/>
            </a:prstGeom>
            <a:ln w="25400">
              <a:solidFill>
                <a:srgbClr val="00B0F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2" name="직선 화살표 연결선 51">
              <a:extLst>
                <a:ext uri="{FF2B5EF4-FFF2-40B4-BE49-F238E27FC236}">
                  <a16:creationId xmlns:a16="http://schemas.microsoft.com/office/drawing/2014/main" id="{E47DCE5D-7CEC-498B-B79E-E53CE5F1F53F}"/>
                </a:ext>
              </a:extLst>
            </p:cNvPr>
            <p:cNvCxnSpPr>
              <a:stCxn id="35" idx="3"/>
              <a:endCxn id="58" idx="7"/>
            </p:cNvCxnSpPr>
            <p:nvPr/>
          </p:nvCxnSpPr>
          <p:spPr>
            <a:xfrm flipV="1">
              <a:off x="5554800" y="1717200"/>
              <a:ext cx="360001" cy="622801"/>
            </a:xfrm>
            <a:prstGeom prst="straightConnector1">
              <a:avLst/>
            </a:prstGeom>
            <a:ln w="25400">
              <a:solidFill>
                <a:srgbClr val="00B0F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5" name="직선 연결선 44">
              <a:extLst>
                <a:ext uri="{FF2B5EF4-FFF2-40B4-BE49-F238E27FC236}">
                  <a16:creationId xmlns:a16="http://schemas.microsoft.com/office/drawing/2014/main" id="{F802D5EB-DC75-4D14-911F-48A29944B6E7}"/>
                </a:ext>
              </a:extLst>
            </p:cNvPr>
            <p:cNvCxnSpPr>
              <a:stCxn id="23" idx="1"/>
              <a:endCxn id="28" idx="5"/>
            </p:cNvCxnSpPr>
            <p:nvPr/>
          </p:nvCxnSpPr>
          <p:spPr>
            <a:xfrm>
              <a:off x="3060000" y="3060000"/>
              <a:ext cx="622801" cy="360001"/>
            </a:xfrm>
            <a:prstGeom prst="line">
              <a:avLst/>
            </a:prstGeom>
            <a:ln w="25400">
              <a:solidFill>
                <a:schemeClr val="tx1"/>
              </a:solidFill>
              <a:prstDash val="dash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7" name="직선 연결선 46">
              <a:extLst>
                <a:ext uri="{FF2B5EF4-FFF2-40B4-BE49-F238E27FC236}">
                  <a16:creationId xmlns:a16="http://schemas.microsoft.com/office/drawing/2014/main" id="{1783821A-CDDD-46A8-85FE-667ED7D77729}"/>
                </a:ext>
              </a:extLst>
            </p:cNvPr>
            <p:cNvCxnSpPr>
              <a:stCxn id="28" idx="3"/>
              <a:endCxn id="27" idx="7"/>
            </p:cNvCxnSpPr>
            <p:nvPr/>
          </p:nvCxnSpPr>
          <p:spPr>
            <a:xfrm flipV="1">
              <a:off x="3682800" y="3060000"/>
              <a:ext cx="622801" cy="360001"/>
            </a:xfrm>
            <a:prstGeom prst="line">
              <a:avLst/>
            </a:prstGeom>
            <a:ln w="254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9" name="직선 연결선 48">
              <a:extLst>
                <a:ext uri="{FF2B5EF4-FFF2-40B4-BE49-F238E27FC236}">
                  <a16:creationId xmlns:a16="http://schemas.microsoft.com/office/drawing/2014/main" id="{7F077208-96CD-4474-B2AF-32FD5C3E9083}"/>
                </a:ext>
              </a:extLst>
            </p:cNvPr>
            <p:cNvCxnSpPr>
              <a:stCxn id="27" idx="4"/>
              <a:endCxn id="32" idx="0"/>
            </p:cNvCxnSpPr>
            <p:nvPr/>
          </p:nvCxnSpPr>
          <p:spPr>
            <a:xfrm flipV="1">
              <a:off x="4305601" y="2340000"/>
              <a:ext cx="0" cy="720001"/>
            </a:xfrm>
            <a:prstGeom prst="line">
              <a:avLst/>
            </a:prstGeom>
            <a:ln w="254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1" name="직선 연결선 50">
              <a:extLst>
                <a:ext uri="{FF2B5EF4-FFF2-40B4-BE49-F238E27FC236}">
                  <a16:creationId xmlns:a16="http://schemas.microsoft.com/office/drawing/2014/main" id="{39D61E5B-5D6E-4FD8-9B14-561E50345F75}"/>
                </a:ext>
              </a:extLst>
            </p:cNvPr>
            <p:cNvCxnSpPr>
              <a:stCxn id="32" idx="3"/>
              <a:endCxn id="33" idx="7"/>
            </p:cNvCxnSpPr>
            <p:nvPr/>
          </p:nvCxnSpPr>
          <p:spPr>
            <a:xfrm flipV="1">
              <a:off x="4305600" y="1980000"/>
              <a:ext cx="626401" cy="360001"/>
            </a:xfrm>
            <a:prstGeom prst="line">
              <a:avLst/>
            </a:prstGeom>
            <a:ln w="254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5" name="직선 연결선 54">
              <a:extLst>
                <a:ext uri="{FF2B5EF4-FFF2-40B4-BE49-F238E27FC236}">
                  <a16:creationId xmlns:a16="http://schemas.microsoft.com/office/drawing/2014/main" id="{F6D8B462-B05B-41E7-B06A-FD8E96C370B9}"/>
                </a:ext>
              </a:extLst>
            </p:cNvPr>
            <p:cNvCxnSpPr>
              <a:stCxn id="33" idx="4"/>
              <a:endCxn id="34" idx="0"/>
            </p:cNvCxnSpPr>
            <p:nvPr/>
          </p:nvCxnSpPr>
          <p:spPr>
            <a:xfrm flipV="1">
              <a:off x="4932001" y="1260000"/>
              <a:ext cx="0" cy="720001"/>
            </a:xfrm>
            <a:prstGeom prst="line">
              <a:avLst/>
            </a:prstGeom>
            <a:ln w="254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7" name="직선 연결선 56">
              <a:extLst>
                <a:ext uri="{FF2B5EF4-FFF2-40B4-BE49-F238E27FC236}">
                  <a16:creationId xmlns:a16="http://schemas.microsoft.com/office/drawing/2014/main" id="{D58FF64D-FFC6-4D04-BE0C-FE4538B91633}"/>
                </a:ext>
              </a:extLst>
            </p:cNvPr>
            <p:cNvCxnSpPr>
              <a:stCxn id="35" idx="5"/>
              <a:endCxn id="33" idx="1"/>
            </p:cNvCxnSpPr>
            <p:nvPr/>
          </p:nvCxnSpPr>
          <p:spPr>
            <a:xfrm flipH="1" flipV="1">
              <a:off x="4932000" y="1980000"/>
              <a:ext cx="622801" cy="360001"/>
            </a:xfrm>
            <a:prstGeom prst="line">
              <a:avLst/>
            </a:prstGeom>
            <a:ln w="254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9" name="직선 연결선 58">
              <a:extLst>
                <a:ext uri="{FF2B5EF4-FFF2-40B4-BE49-F238E27FC236}">
                  <a16:creationId xmlns:a16="http://schemas.microsoft.com/office/drawing/2014/main" id="{2BC5F65A-0B1D-4C82-BA9B-BBE576E1A755}"/>
                </a:ext>
              </a:extLst>
            </p:cNvPr>
            <p:cNvCxnSpPr>
              <a:stCxn id="29" idx="5"/>
              <a:endCxn id="27" idx="1"/>
            </p:cNvCxnSpPr>
            <p:nvPr/>
          </p:nvCxnSpPr>
          <p:spPr>
            <a:xfrm flipH="1" flipV="1">
              <a:off x="4305600" y="3060000"/>
              <a:ext cx="626401" cy="360001"/>
            </a:xfrm>
            <a:prstGeom prst="line">
              <a:avLst/>
            </a:prstGeom>
            <a:ln w="254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1" name="직선 연결선 60">
              <a:extLst>
                <a:ext uri="{FF2B5EF4-FFF2-40B4-BE49-F238E27FC236}">
                  <a16:creationId xmlns:a16="http://schemas.microsoft.com/office/drawing/2014/main" id="{96B3CC97-21A4-4C11-88D7-BC62A01C0687}"/>
                </a:ext>
              </a:extLst>
            </p:cNvPr>
            <p:cNvCxnSpPr>
              <a:stCxn id="31" idx="4"/>
              <a:endCxn id="29" idx="0"/>
            </p:cNvCxnSpPr>
            <p:nvPr/>
          </p:nvCxnSpPr>
          <p:spPr>
            <a:xfrm flipV="1">
              <a:off x="4932001" y="3420000"/>
              <a:ext cx="0" cy="720001"/>
            </a:xfrm>
            <a:prstGeom prst="line">
              <a:avLst/>
            </a:prstGeom>
            <a:ln w="254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3" name="직선 연결선 62">
              <a:extLst>
                <a:ext uri="{FF2B5EF4-FFF2-40B4-BE49-F238E27FC236}">
                  <a16:creationId xmlns:a16="http://schemas.microsoft.com/office/drawing/2014/main" id="{F7086A2B-11C1-488B-969D-1E9DF7220A48}"/>
                </a:ext>
              </a:extLst>
            </p:cNvPr>
            <p:cNvCxnSpPr>
              <a:stCxn id="30" idx="7"/>
              <a:endCxn id="29" idx="3"/>
            </p:cNvCxnSpPr>
            <p:nvPr/>
          </p:nvCxnSpPr>
          <p:spPr>
            <a:xfrm flipH="1">
              <a:off x="4932000" y="3060000"/>
              <a:ext cx="622801" cy="360001"/>
            </a:xfrm>
            <a:prstGeom prst="line">
              <a:avLst/>
            </a:prstGeom>
            <a:ln w="25400">
              <a:solidFill>
                <a:schemeClr val="tx1"/>
              </a:solidFill>
              <a:prstDash val="dash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2" name="타원 1">
              <a:extLst>
                <a:ext uri="{FF2B5EF4-FFF2-40B4-BE49-F238E27FC236}">
                  <a16:creationId xmlns:a16="http://schemas.microsoft.com/office/drawing/2014/main" id="{C32A1F00-BDAC-46E2-9A25-CEF3B437B46A}"/>
                </a:ext>
              </a:extLst>
            </p:cNvPr>
            <p:cNvSpPr/>
            <p:nvPr/>
          </p:nvSpPr>
          <p:spPr>
            <a:xfrm>
              <a:off x="4125600" y="2160000"/>
              <a:ext cx="360000" cy="360000"/>
            </a:xfrm>
            <a:prstGeom prst="ellips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3" name="타원 2">
              <a:extLst>
                <a:ext uri="{FF2B5EF4-FFF2-40B4-BE49-F238E27FC236}">
                  <a16:creationId xmlns:a16="http://schemas.microsoft.com/office/drawing/2014/main" id="{EED8F4BB-1DB0-4A5A-BFB1-E5DF576B19EA}"/>
                </a:ext>
              </a:extLst>
            </p:cNvPr>
            <p:cNvSpPr/>
            <p:nvPr/>
          </p:nvSpPr>
          <p:spPr>
            <a:xfrm>
              <a:off x="2880000" y="2880000"/>
              <a:ext cx="360000" cy="360000"/>
            </a:xfrm>
            <a:prstGeom prst="ellipse">
              <a:avLst/>
            </a:prstGeom>
            <a:no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/>
            </a:p>
          </p:txBody>
        </p:sp>
        <p:sp>
          <p:nvSpPr>
            <p:cNvPr id="6" name="타원 5">
              <a:extLst>
                <a:ext uri="{FF2B5EF4-FFF2-40B4-BE49-F238E27FC236}">
                  <a16:creationId xmlns:a16="http://schemas.microsoft.com/office/drawing/2014/main" id="{6DCF97B4-9C50-405C-84D2-4C8C0C6A07CB}"/>
                </a:ext>
              </a:extLst>
            </p:cNvPr>
            <p:cNvSpPr/>
            <p:nvPr/>
          </p:nvSpPr>
          <p:spPr>
            <a:xfrm>
              <a:off x="4752000" y="3240000"/>
              <a:ext cx="360000" cy="360000"/>
            </a:xfrm>
            <a:prstGeom prst="ellips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8" name="타원 7">
              <a:extLst>
                <a:ext uri="{FF2B5EF4-FFF2-40B4-BE49-F238E27FC236}">
                  <a16:creationId xmlns:a16="http://schemas.microsoft.com/office/drawing/2014/main" id="{A8B6ECAD-6E13-47C3-B04B-D9E2C1BA918F}"/>
                </a:ext>
              </a:extLst>
            </p:cNvPr>
            <p:cNvSpPr/>
            <p:nvPr/>
          </p:nvSpPr>
          <p:spPr>
            <a:xfrm>
              <a:off x="4125600" y="2880000"/>
              <a:ext cx="360000" cy="360000"/>
            </a:xfrm>
            <a:prstGeom prst="ellips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9" name="타원 8">
              <a:extLst>
                <a:ext uri="{FF2B5EF4-FFF2-40B4-BE49-F238E27FC236}">
                  <a16:creationId xmlns:a16="http://schemas.microsoft.com/office/drawing/2014/main" id="{02FFD59E-FFF4-4544-A0EA-74659451B10E}"/>
                </a:ext>
              </a:extLst>
            </p:cNvPr>
            <p:cNvSpPr/>
            <p:nvPr/>
          </p:nvSpPr>
          <p:spPr>
            <a:xfrm>
              <a:off x="4752000" y="1800000"/>
              <a:ext cx="360000" cy="360000"/>
            </a:xfrm>
            <a:prstGeom prst="ellips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2" name="타원 11">
              <a:extLst>
                <a:ext uri="{FF2B5EF4-FFF2-40B4-BE49-F238E27FC236}">
                  <a16:creationId xmlns:a16="http://schemas.microsoft.com/office/drawing/2014/main" id="{4054DBB5-58FD-4BF1-AEC1-EB8D514EF502}"/>
                </a:ext>
              </a:extLst>
            </p:cNvPr>
            <p:cNvSpPr/>
            <p:nvPr/>
          </p:nvSpPr>
          <p:spPr>
            <a:xfrm>
              <a:off x="5374800" y="2880000"/>
              <a:ext cx="360000" cy="360000"/>
            </a:xfrm>
            <a:prstGeom prst="ellipse">
              <a:avLst/>
            </a:prstGeom>
            <a:no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23" name="타원 22">
              <a:extLst>
                <a:ext uri="{FF2B5EF4-FFF2-40B4-BE49-F238E27FC236}">
                  <a16:creationId xmlns:a16="http://schemas.microsoft.com/office/drawing/2014/main" id="{CF914D7E-3CE6-4449-944D-16696449779F}"/>
                </a:ext>
              </a:extLst>
            </p:cNvPr>
            <p:cNvSpPr/>
            <p:nvPr/>
          </p:nvSpPr>
          <p:spPr>
            <a:xfrm>
              <a:off x="3060000" y="3060000"/>
              <a:ext cx="0" cy="0"/>
            </a:xfrm>
            <a:prstGeom prst="ellipse">
              <a:avLst/>
            </a:prstGeom>
            <a:no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27" name="타원 26">
              <a:extLst>
                <a:ext uri="{FF2B5EF4-FFF2-40B4-BE49-F238E27FC236}">
                  <a16:creationId xmlns:a16="http://schemas.microsoft.com/office/drawing/2014/main" id="{4698B832-B13B-42EE-A70C-BEBB9F0F8DB9}"/>
                </a:ext>
              </a:extLst>
            </p:cNvPr>
            <p:cNvSpPr/>
            <p:nvPr/>
          </p:nvSpPr>
          <p:spPr>
            <a:xfrm>
              <a:off x="4305600" y="3060000"/>
              <a:ext cx="0" cy="0"/>
            </a:xfrm>
            <a:prstGeom prst="ellipse">
              <a:avLst/>
            </a:prstGeom>
            <a:no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28" name="타원 27">
              <a:extLst>
                <a:ext uri="{FF2B5EF4-FFF2-40B4-BE49-F238E27FC236}">
                  <a16:creationId xmlns:a16="http://schemas.microsoft.com/office/drawing/2014/main" id="{546B2293-2344-4E77-A8E7-DEF8A6846363}"/>
                </a:ext>
              </a:extLst>
            </p:cNvPr>
            <p:cNvSpPr/>
            <p:nvPr/>
          </p:nvSpPr>
          <p:spPr>
            <a:xfrm>
              <a:off x="3682800" y="3420000"/>
              <a:ext cx="0" cy="0"/>
            </a:xfrm>
            <a:prstGeom prst="ellipse">
              <a:avLst/>
            </a:prstGeom>
            <a:no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29" name="타원 28">
              <a:extLst>
                <a:ext uri="{FF2B5EF4-FFF2-40B4-BE49-F238E27FC236}">
                  <a16:creationId xmlns:a16="http://schemas.microsoft.com/office/drawing/2014/main" id="{7122C561-D51F-42BC-9F4A-AB1490AF7CC2}"/>
                </a:ext>
              </a:extLst>
            </p:cNvPr>
            <p:cNvSpPr/>
            <p:nvPr/>
          </p:nvSpPr>
          <p:spPr>
            <a:xfrm>
              <a:off x="4932000" y="3420000"/>
              <a:ext cx="0" cy="0"/>
            </a:xfrm>
            <a:prstGeom prst="ellipse">
              <a:avLst/>
            </a:prstGeom>
            <a:no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30" name="타원 29">
              <a:extLst>
                <a:ext uri="{FF2B5EF4-FFF2-40B4-BE49-F238E27FC236}">
                  <a16:creationId xmlns:a16="http://schemas.microsoft.com/office/drawing/2014/main" id="{5A6BB34C-1E6D-4F83-8811-2A2191E80721}"/>
                </a:ext>
              </a:extLst>
            </p:cNvPr>
            <p:cNvSpPr/>
            <p:nvPr/>
          </p:nvSpPr>
          <p:spPr>
            <a:xfrm>
              <a:off x="5554800" y="3060000"/>
              <a:ext cx="0" cy="0"/>
            </a:xfrm>
            <a:prstGeom prst="ellipse">
              <a:avLst/>
            </a:prstGeom>
            <a:no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31" name="타원 30">
              <a:extLst>
                <a:ext uri="{FF2B5EF4-FFF2-40B4-BE49-F238E27FC236}">
                  <a16:creationId xmlns:a16="http://schemas.microsoft.com/office/drawing/2014/main" id="{3976D4B1-3617-41C9-84D8-10BA40A8A23D}"/>
                </a:ext>
              </a:extLst>
            </p:cNvPr>
            <p:cNvSpPr/>
            <p:nvPr/>
          </p:nvSpPr>
          <p:spPr>
            <a:xfrm>
              <a:off x="4932000" y="4140000"/>
              <a:ext cx="0" cy="0"/>
            </a:xfrm>
            <a:prstGeom prst="ellipse">
              <a:avLst/>
            </a:prstGeom>
            <a:no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32" name="타원 31">
              <a:extLst>
                <a:ext uri="{FF2B5EF4-FFF2-40B4-BE49-F238E27FC236}">
                  <a16:creationId xmlns:a16="http://schemas.microsoft.com/office/drawing/2014/main" id="{6BCC4380-4C61-414B-88CB-81AF388FEA72}"/>
                </a:ext>
              </a:extLst>
            </p:cNvPr>
            <p:cNvSpPr/>
            <p:nvPr/>
          </p:nvSpPr>
          <p:spPr>
            <a:xfrm>
              <a:off x="4305600" y="2340000"/>
              <a:ext cx="0" cy="0"/>
            </a:xfrm>
            <a:prstGeom prst="ellipse">
              <a:avLst/>
            </a:prstGeom>
            <a:no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33" name="타원 32">
              <a:extLst>
                <a:ext uri="{FF2B5EF4-FFF2-40B4-BE49-F238E27FC236}">
                  <a16:creationId xmlns:a16="http://schemas.microsoft.com/office/drawing/2014/main" id="{20C1D5C7-8DBB-4BDB-A475-DE36F2BC295C}"/>
                </a:ext>
              </a:extLst>
            </p:cNvPr>
            <p:cNvSpPr/>
            <p:nvPr/>
          </p:nvSpPr>
          <p:spPr>
            <a:xfrm>
              <a:off x="4932000" y="1980000"/>
              <a:ext cx="0" cy="0"/>
            </a:xfrm>
            <a:prstGeom prst="ellipse">
              <a:avLst/>
            </a:prstGeom>
            <a:no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34" name="타원 33">
              <a:extLst>
                <a:ext uri="{FF2B5EF4-FFF2-40B4-BE49-F238E27FC236}">
                  <a16:creationId xmlns:a16="http://schemas.microsoft.com/office/drawing/2014/main" id="{52A23661-FDE1-4BA6-B662-A645F04913DC}"/>
                </a:ext>
              </a:extLst>
            </p:cNvPr>
            <p:cNvSpPr/>
            <p:nvPr/>
          </p:nvSpPr>
          <p:spPr>
            <a:xfrm>
              <a:off x="4932000" y="1260000"/>
              <a:ext cx="0" cy="0"/>
            </a:xfrm>
            <a:prstGeom prst="ellipse">
              <a:avLst/>
            </a:prstGeom>
            <a:no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35" name="타원 34">
              <a:extLst>
                <a:ext uri="{FF2B5EF4-FFF2-40B4-BE49-F238E27FC236}">
                  <a16:creationId xmlns:a16="http://schemas.microsoft.com/office/drawing/2014/main" id="{71869CB2-5AFC-44D6-BD14-DB25C3AE17A5}"/>
                </a:ext>
              </a:extLst>
            </p:cNvPr>
            <p:cNvSpPr/>
            <p:nvPr/>
          </p:nvSpPr>
          <p:spPr>
            <a:xfrm>
              <a:off x="5554800" y="2340000"/>
              <a:ext cx="0" cy="0"/>
            </a:xfrm>
            <a:prstGeom prst="ellipse">
              <a:avLst/>
            </a:prstGeom>
            <a:no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36" name="타원 35">
              <a:extLst>
                <a:ext uri="{FF2B5EF4-FFF2-40B4-BE49-F238E27FC236}">
                  <a16:creationId xmlns:a16="http://schemas.microsoft.com/office/drawing/2014/main" id="{CDC9DC77-ADC4-41A2-A87E-43A3478188CC}"/>
                </a:ext>
              </a:extLst>
            </p:cNvPr>
            <p:cNvSpPr/>
            <p:nvPr/>
          </p:nvSpPr>
          <p:spPr>
            <a:xfrm>
              <a:off x="4518000" y="2566800"/>
              <a:ext cx="360000" cy="360000"/>
            </a:xfrm>
            <a:prstGeom prst="ellipse">
              <a:avLst/>
            </a:prstGeom>
            <a:noFill/>
            <a:ln w="31750">
              <a:solidFill>
                <a:schemeClr val="tx1"/>
              </a:solidFill>
              <a:prstDash val="sys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37" name="타원 36">
              <a:extLst>
                <a:ext uri="{FF2B5EF4-FFF2-40B4-BE49-F238E27FC236}">
                  <a16:creationId xmlns:a16="http://schemas.microsoft.com/office/drawing/2014/main" id="{3FC56C38-FD72-4856-9D46-D288564C7139}"/>
                </a:ext>
              </a:extLst>
            </p:cNvPr>
            <p:cNvSpPr/>
            <p:nvPr/>
          </p:nvSpPr>
          <p:spPr>
            <a:xfrm>
              <a:off x="5043600" y="547200"/>
              <a:ext cx="0" cy="0"/>
            </a:xfrm>
            <a:prstGeom prst="ellipse">
              <a:avLst/>
            </a:prstGeom>
            <a:no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38" name="타원 37">
              <a:extLst>
                <a:ext uri="{FF2B5EF4-FFF2-40B4-BE49-F238E27FC236}">
                  <a16:creationId xmlns:a16="http://schemas.microsoft.com/office/drawing/2014/main" id="{42EB510F-CB12-448B-A844-1E17A468A54F}"/>
                </a:ext>
              </a:extLst>
            </p:cNvPr>
            <p:cNvSpPr/>
            <p:nvPr/>
          </p:nvSpPr>
          <p:spPr>
            <a:xfrm>
              <a:off x="3081600" y="3819600"/>
              <a:ext cx="0" cy="0"/>
            </a:xfrm>
            <a:prstGeom prst="ellipse">
              <a:avLst/>
            </a:prstGeom>
            <a:no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39" name="타원 38">
              <a:extLst>
                <a:ext uri="{FF2B5EF4-FFF2-40B4-BE49-F238E27FC236}">
                  <a16:creationId xmlns:a16="http://schemas.microsoft.com/office/drawing/2014/main" id="{15F91436-FC90-4C92-A712-8F7832204CDD}"/>
                </a:ext>
              </a:extLst>
            </p:cNvPr>
            <p:cNvSpPr/>
            <p:nvPr/>
          </p:nvSpPr>
          <p:spPr>
            <a:xfrm>
              <a:off x="5050800" y="4849200"/>
              <a:ext cx="0" cy="0"/>
            </a:xfrm>
            <a:prstGeom prst="ellipse">
              <a:avLst/>
            </a:prstGeom>
            <a:no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40" name="타원 39">
              <a:extLst>
                <a:ext uri="{FF2B5EF4-FFF2-40B4-BE49-F238E27FC236}">
                  <a16:creationId xmlns:a16="http://schemas.microsoft.com/office/drawing/2014/main" id="{528CD22D-BA2F-4B36-BB96-DD32ED4CECFC}"/>
                </a:ext>
              </a:extLst>
            </p:cNvPr>
            <p:cNvSpPr/>
            <p:nvPr/>
          </p:nvSpPr>
          <p:spPr>
            <a:xfrm>
              <a:off x="6206400" y="2030400"/>
              <a:ext cx="0" cy="0"/>
            </a:xfrm>
            <a:prstGeom prst="ellipse">
              <a:avLst/>
            </a:prstGeom>
            <a:no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/>
            </a:p>
          </p:txBody>
        </p:sp>
        <p:sp>
          <p:nvSpPr>
            <p:cNvPr id="41" name="타원 40">
              <a:extLst>
                <a:ext uri="{FF2B5EF4-FFF2-40B4-BE49-F238E27FC236}">
                  <a16:creationId xmlns:a16="http://schemas.microsoft.com/office/drawing/2014/main" id="{0DB5CCE2-3BB6-40FE-AAFD-042CF7BDAB2A}"/>
                </a:ext>
              </a:extLst>
            </p:cNvPr>
            <p:cNvSpPr/>
            <p:nvPr/>
          </p:nvSpPr>
          <p:spPr>
            <a:xfrm>
              <a:off x="3682800" y="4140000"/>
              <a:ext cx="0" cy="0"/>
            </a:xfrm>
            <a:prstGeom prst="ellipse">
              <a:avLst/>
            </a:prstGeom>
            <a:no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42" name="타원 41">
              <a:extLst>
                <a:ext uri="{FF2B5EF4-FFF2-40B4-BE49-F238E27FC236}">
                  <a16:creationId xmlns:a16="http://schemas.microsoft.com/office/drawing/2014/main" id="{094971FB-7281-40C0-B4DB-239ABEA44454}"/>
                </a:ext>
              </a:extLst>
            </p:cNvPr>
            <p:cNvSpPr/>
            <p:nvPr/>
          </p:nvSpPr>
          <p:spPr>
            <a:xfrm>
              <a:off x="4932000" y="4860000"/>
              <a:ext cx="0" cy="0"/>
            </a:xfrm>
            <a:prstGeom prst="ellipse">
              <a:avLst/>
            </a:prstGeom>
            <a:no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43" name="타원 42">
              <a:extLst>
                <a:ext uri="{FF2B5EF4-FFF2-40B4-BE49-F238E27FC236}">
                  <a16:creationId xmlns:a16="http://schemas.microsoft.com/office/drawing/2014/main" id="{8E0887E1-D7E7-4B59-A642-74E171D8E735}"/>
                </a:ext>
              </a:extLst>
            </p:cNvPr>
            <p:cNvSpPr/>
            <p:nvPr/>
          </p:nvSpPr>
          <p:spPr>
            <a:xfrm>
              <a:off x="6177600" y="2700000"/>
              <a:ext cx="0" cy="0"/>
            </a:xfrm>
            <a:prstGeom prst="ellipse">
              <a:avLst/>
            </a:prstGeom>
            <a:no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44" name="타원 43">
              <a:extLst>
                <a:ext uri="{FF2B5EF4-FFF2-40B4-BE49-F238E27FC236}">
                  <a16:creationId xmlns:a16="http://schemas.microsoft.com/office/drawing/2014/main" id="{2D87C255-2867-41B5-A347-D8A4262D9C93}"/>
                </a:ext>
              </a:extLst>
            </p:cNvPr>
            <p:cNvSpPr/>
            <p:nvPr/>
          </p:nvSpPr>
          <p:spPr>
            <a:xfrm>
              <a:off x="4932000" y="540000"/>
              <a:ext cx="0" cy="0"/>
            </a:xfrm>
            <a:prstGeom prst="ellipse">
              <a:avLst/>
            </a:prstGeom>
            <a:no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cxnSp>
          <p:nvCxnSpPr>
            <p:cNvPr id="13" name="직선 화살표 연결선 12">
              <a:extLst>
                <a:ext uri="{FF2B5EF4-FFF2-40B4-BE49-F238E27FC236}">
                  <a16:creationId xmlns:a16="http://schemas.microsoft.com/office/drawing/2014/main" id="{C846AB68-2CAE-4148-BB5C-E6EAA6787403}"/>
                </a:ext>
              </a:extLst>
            </p:cNvPr>
            <p:cNvCxnSpPr>
              <a:stCxn id="34" idx="4"/>
              <a:endCxn id="44" idx="0"/>
            </p:cNvCxnSpPr>
            <p:nvPr/>
          </p:nvCxnSpPr>
          <p:spPr>
            <a:xfrm flipV="1">
              <a:off x="4932001" y="540000"/>
              <a:ext cx="0" cy="720001"/>
            </a:xfrm>
            <a:prstGeom prst="straightConnector1">
              <a:avLst/>
            </a:prstGeom>
            <a:ln w="25400">
              <a:solidFill>
                <a:srgbClr val="FF00FF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7" name="직선 화살표 연결선 16">
              <a:extLst>
                <a:ext uri="{FF2B5EF4-FFF2-40B4-BE49-F238E27FC236}">
                  <a16:creationId xmlns:a16="http://schemas.microsoft.com/office/drawing/2014/main" id="{D7780980-6A39-44D0-876E-D0A912D6A25F}"/>
                </a:ext>
              </a:extLst>
            </p:cNvPr>
            <p:cNvCxnSpPr>
              <a:stCxn id="34" idx="4"/>
              <a:endCxn id="37" idx="7"/>
            </p:cNvCxnSpPr>
            <p:nvPr/>
          </p:nvCxnSpPr>
          <p:spPr>
            <a:xfrm flipV="1">
              <a:off x="4932001" y="547200"/>
              <a:ext cx="111600" cy="712801"/>
            </a:xfrm>
            <a:prstGeom prst="straightConnector1">
              <a:avLst/>
            </a:prstGeom>
            <a:ln w="25400">
              <a:solidFill>
                <a:schemeClr val="accent6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4" name="직선 화살표 연결선 13">
              <a:extLst>
                <a:ext uri="{FF2B5EF4-FFF2-40B4-BE49-F238E27FC236}">
                  <a16:creationId xmlns:a16="http://schemas.microsoft.com/office/drawing/2014/main" id="{D72FC7D6-C942-4478-B269-32B64910BE1F}"/>
                </a:ext>
              </a:extLst>
            </p:cNvPr>
            <p:cNvCxnSpPr>
              <a:stCxn id="35" idx="3"/>
              <a:endCxn id="40" idx="7"/>
            </p:cNvCxnSpPr>
            <p:nvPr/>
          </p:nvCxnSpPr>
          <p:spPr>
            <a:xfrm flipV="1">
              <a:off x="5554800" y="2030400"/>
              <a:ext cx="651601" cy="309601"/>
            </a:xfrm>
            <a:prstGeom prst="straightConnector1">
              <a:avLst/>
            </a:prstGeom>
            <a:ln w="25400">
              <a:solidFill>
                <a:schemeClr val="accent6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6" name="직선 화살표 연결선 15">
              <a:extLst>
                <a:ext uri="{FF2B5EF4-FFF2-40B4-BE49-F238E27FC236}">
                  <a16:creationId xmlns:a16="http://schemas.microsoft.com/office/drawing/2014/main" id="{C5607C8F-EA5A-4E5F-8475-D784F6BEC175}"/>
                </a:ext>
              </a:extLst>
            </p:cNvPr>
            <p:cNvCxnSpPr>
              <a:cxnSpLocks/>
            </p:cNvCxnSpPr>
            <p:nvPr/>
          </p:nvCxnSpPr>
          <p:spPr>
            <a:xfrm>
              <a:off x="5554800" y="2340000"/>
              <a:ext cx="622801" cy="360001"/>
            </a:xfrm>
            <a:prstGeom prst="straightConnector1">
              <a:avLst/>
            </a:prstGeom>
            <a:ln w="25400">
              <a:solidFill>
                <a:srgbClr val="FF00FF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9" name="직선 화살표 연결선 18">
              <a:extLst>
                <a:ext uri="{FF2B5EF4-FFF2-40B4-BE49-F238E27FC236}">
                  <a16:creationId xmlns:a16="http://schemas.microsoft.com/office/drawing/2014/main" id="{CE3B5848-FBC3-4061-9EBD-0A55F25913C8}"/>
                </a:ext>
              </a:extLst>
            </p:cNvPr>
            <p:cNvCxnSpPr>
              <a:stCxn id="31" idx="0"/>
              <a:endCxn id="42" idx="4"/>
            </p:cNvCxnSpPr>
            <p:nvPr/>
          </p:nvCxnSpPr>
          <p:spPr>
            <a:xfrm>
              <a:off x="4932001" y="4140000"/>
              <a:ext cx="0" cy="720001"/>
            </a:xfrm>
            <a:prstGeom prst="straightConnector1">
              <a:avLst/>
            </a:prstGeom>
            <a:ln w="25400">
              <a:solidFill>
                <a:srgbClr val="FF00FF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1" name="직선 화살표 연결선 20">
              <a:extLst>
                <a:ext uri="{FF2B5EF4-FFF2-40B4-BE49-F238E27FC236}">
                  <a16:creationId xmlns:a16="http://schemas.microsoft.com/office/drawing/2014/main" id="{761217EE-927A-4873-88EC-722D966E3E53}"/>
                </a:ext>
              </a:extLst>
            </p:cNvPr>
            <p:cNvCxnSpPr>
              <a:stCxn id="31" idx="1"/>
              <a:endCxn id="39" idx="5"/>
            </p:cNvCxnSpPr>
            <p:nvPr/>
          </p:nvCxnSpPr>
          <p:spPr>
            <a:xfrm>
              <a:off x="4932000" y="4140000"/>
              <a:ext cx="118801" cy="709201"/>
            </a:xfrm>
            <a:prstGeom prst="straightConnector1">
              <a:avLst/>
            </a:prstGeom>
            <a:ln w="25400">
              <a:solidFill>
                <a:schemeClr val="accent6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4" name="직선 화살표 연결선 23">
              <a:extLst>
                <a:ext uri="{FF2B5EF4-FFF2-40B4-BE49-F238E27FC236}">
                  <a16:creationId xmlns:a16="http://schemas.microsoft.com/office/drawing/2014/main" id="{096E8C97-8ECB-4417-A44E-8E7692A7B7C7}"/>
                </a:ext>
              </a:extLst>
            </p:cNvPr>
            <p:cNvCxnSpPr>
              <a:stCxn id="28" idx="7"/>
              <a:endCxn id="38" idx="3"/>
            </p:cNvCxnSpPr>
            <p:nvPr/>
          </p:nvCxnSpPr>
          <p:spPr>
            <a:xfrm flipH="1">
              <a:off x="3081600" y="3420000"/>
              <a:ext cx="601201" cy="399601"/>
            </a:xfrm>
            <a:prstGeom prst="straightConnector1">
              <a:avLst/>
            </a:prstGeom>
            <a:ln w="25400">
              <a:solidFill>
                <a:schemeClr val="accent6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6" name="직선 화살표 연결선 25">
              <a:extLst>
                <a:ext uri="{FF2B5EF4-FFF2-40B4-BE49-F238E27FC236}">
                  <a16:creationId xmlns:a16="http://schemas.microsoft.com/office/drawing/2014/main" id="{D09F8FE3-49F4-4A81-913F-EB091BA7AC5F}"/>
                </a:ext>
              </a:extLst>
            </p:cNvPr>
            <p:cNvCxnSpPr>
              <a:stCxn id="28" idx="0"/>
              <a:endCxn id="41" idx="4"/>
            </p:cNvCxnSpPr>
            <p:nvPr/>
          </p:nvCxnSpPr>
          <p:spPr>
            <a:xfrm>
              <a:off x="3682801" y="3420000"/>
              <a:ext cx="0" cy="720001"/>
            </a:xfrm>
            <a:prstGeom prst="straightConnector1">
              <a:avLst/>
            </a:prstGeom>
            <a:ln w="25400">
              <a:solidFill>
                <a:srgbClr val="FF00FF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1" name="타원 10">
              <a:extLst>
                <a:ext uri="{FF2B5EF4-FFF2-40B4-BE49-F238E27FC236}">
                  <a16:creationId xmlns:a16="http://schemas.microsoft.com/office/drawing/2014/main" id="{00BBBECC-A4B4-4A9F-859F-39699D769958}"/>
                </a:ext>
              </a:extLst>
            </p:cNvPr>
            <p:cNvSpPr/>
            <p:nvPr/>
          </p:nvSpPr>
          <p:spPr>
            <a:xfrm>
              <a:off x="5374800" y="2160000"/>
              <a:ext cx="360000" cy="360000"/>
            </a:xfrm>
            <a:prstGeom prst="ellipse">
              <a:avLst/>
            </a:prstGeom>
            <a:solidFill>
              <a:srgbClr val="FF000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5" name="타원 4">
              <a:extLst>
                <a:ext uri="{FF2B5EF4-FFF2-40B4-BE49-F238E27FC236}">
                  <a16:creationId xmlns:a16="http://schemas.microsoft.com/office/drawing/2014/main" id="{E828A7C3-6BEE-4748-9BFD-6415E5FB8733}"/>
                </a:ext>
              </a:extLst>
            </p:cNvPr>
            <p:cNvSpPr/>
            <p:nvPr/>
          </p:nvSpPr>
          <p:spPr>
            <a:xfrm>
              <a:off x="3502800" y="3240000"/>
              <a:ext cx="360000" cy="360000"/>
            </a:xfrm>
            <a:prstGeom prst="ellipse">
              <a:avLst/>
            </a:prstGeom>
            <a:solidFill>
              <a:srgbClr val="FF000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>
                <a:ln>
                  <a:solidFill>
                    <a:srgbClr val="FF00FF"/>
                  </a:solidFill>
                </a:ln>
              </a:endParaRPr>
            </a:p>
          </p:txBody>
        </p:sp>
        <p:sp>
          <p:nvSpPr>
            <p:cNvPr id="4" name="타원 3">
              <a:extLst>
                <a:ext uri="{FF2B5EF4-FFF2-40B4-BE49-F238E27FC236}">
                  <a16:creationId xmlns:a16="http://schemas.microsoft.com/office/drawing/2014/main" id="{C51CA524-E137-4C64-8EE2-E2FE20FD9B23}"/>
                </a:ext>
              </a:extLst>
            </p:cNvPr>
            <p:cNvSpPr/>
            <p:nvPr/>
          </p:nvSpPr>
          <p:spPr>
            <a:xfrm>
              <a:off x="4752000" y="3960000"/>
              <a:ext cx="360000" cy="360000"/>
            </a:xfrm>
            <a:prstGeom prst="ellipse">
              <a:avLst/>
            </a:prstGeom>
            <a:solidFill>
              <a:srgbClr val="FF000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54" name="타원 53">
              <a:extLst>
                <a:ext uri="{FF2B5EF4-FFF2-40B4-BE49-F238E27FC236}">
                  <a16:creationId xmlns:a16="http://schemas.microsoft.com/office/drawing/2014/main" id="{F5A7F796-451C-48CC-BCBA-3983B1DC162A}"/>
                </a:ext>
              </a:extLst>
            </p:cNvPr>
            <p:cNvSpPr/>
            <p:nvPr/>
          </p:nvSpPr>
          <p:spPr>
            <a:xfrm>
              <a:off x="5652000" y="1260000"/>
              <a:ext cx="0" cy="0"/>
            </a:xfrm>
            <a:prstGeom prst="ellipse">
              <a:avLst/>
            </a:prstGeom>
            <a:no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cxnSp>
          <p:nvCxnSpPr>
            <p:cNvPr id="48" name="직선 화살표 연결선 47">
              <a:extLst>
                <a:ext uri="{FF2B5EF4-FFF2-40B4-BE49-F238E27FC236}">
                  <a16:creationId xmlns:a16="http://schemas.microsoft.com/office/drawing/2014/main" id="{C6C104F6-A5C9-4CD5-AB97-A8CF8E7D898E}"/>
                </a:ext>
              </a:extLst>
            </p:cNvPr>
            <p:cNvCxnSpPr>
              <a:stCxn id="34" idx="2"/>
              <a:endCxn id="54" idx="6"/>
            </p:cNvCxnSpPr>
            <p:nvPr/>
          </p:nvCxnSpPr>
          <p:spPr>
            <a:xfrm>
              <a:off x="4932000" y="1260001"/>
              <a:ext cx="720001" cy="0"/>
            </a:xfrm>
            <a:prstGeom prst="straightConnector1">
              <a:avLst/>
            </a:prstGeom>
            <a:ln w="25400">
              <a:solidFill>
                <a:srgbClr val="00B0F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0" name="타원 9">
              <a:extLst>
                <a:ext uri="{FF2B5EF4-FFF2-40B4-BE49-F238E27FC236}">
                  <a16:creationId xmlns:a16="http://schemas.microsoft.com/office/drawing/2014/main" id="{083F01DB-E67F-4B01-8F3A-DE86CA4FE74C}"/>
                </a:ext>
              </a:extLst>
            </p:cNvPr>
            <p:cNvSpPr/>
            <p:nvPr/>
          </p:nvSpPr>
          <p:spPr>
            <a:xfrm>
              <a:off x="4752000" y="1080000"/>
              <a:ext cx="360000" cy="360000"/>
            </a:xfrm>
            <a:prstGeom prst="ellipse">
              <a:avLst/>
            </a:prstGeom>
            <a:solidFill>
              <a:srgbClr val="FF000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58" name="타원 57">
              <a:extLst>
                <a:ext uri="{FF2B5EF4-FFF2-40B4-BE49-F238E27FC236}">
                  <a16:creationId xmlns:a16="http://schemas.microsoft.com/office/drawing/2014/main" id="{F03F7600-544B-45C5-8A6E-83397665B8CF}"/>
                </a:ext>
              </a:extLst>
            </p:cNvPr>
            <p:cNvSpPr/>
            <p:nvPr/>
          </p:nvSpPr>
          <p:spPr>
            <a:xfrm>
              <a:off x="5914800" y="1717200"/>
              <a:ext cx="0" cy="0"/>
            </a:xfrm>
            <a:prstGeom prst="ellipse">
              <a:avLst/>
            </a:prstGeom>
            <a:no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60" name="타원 59">
              <a:extLst>
                <a:ext uri="{FF2B5EF4-FFF2-40B4-BE49-F238E27FC236}">
                  <a16:creationId xmlns:a16="http://schemas.microsoft.com/office/drawing/2014/main" id="{0BCE2115-0B4C-4CF7-B0C8-01AC313D9773}"/>
                </a:ext>
              </a:extLst>
            </p:cNvPr>
            <p:cNvSpPr/>
            <p:nvPr/>
          </p:nvSpPr>
          <p:spPr>
            <a:xfrm>
              <a:off x="5652000" y="4140000"/>
              <a:ext cx="0" cy="0"/>
            </a:xfrm>
            <a:prstGeom prst="ellipse">
              <a:avLst/>
            </a:prstGeom>
            <a:no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64" name="타원 63">
              <a:extLst>
                <a:ext uri="{FF2B5EF4-FFF2-40B4-BE49-F238E27FC236}">
                  <a16:creationId xmlns:a16="http://schemas.microsoft.com/office/drawing/2014/main" id="{879CB056-9C1E-49C9-85E4-736A269D0307}"/>
                </a:ext>
              </a:extLst>
            </p:cNvPr>
            <p:cNvSpPr/>
            <p:nvPr/>
          </p:nvSpPr>
          <p:spPr>
            <a:xfrm>
              <a:off x="2962800" y="3420000"/>
              <a:ext cx="0" cy="0"/>
            </a:xfrm>
            <a:prstGeom prst="ellipse">
              <a:avLst/>
            </a:prstGeom>
            <a:no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cxnSp>
          <p:nvCxnSpPr>
            <p:cNvPr id="69" name="직선 화살표 연결선 68">
              <a:extLst>
                <a:ext uri="{FF2B5EF4-FFF2-40B4-BE49-F238E27FC236}">
                  <a16:creationId xmlns:a16="http://schemas.microsoft.com/office/drawing/2014/main" id="{DC12A9DD-F9D1-48D6-92E9-E60B93EDE718}"/>
                </a:ext>
              </a:extLst>
            </p:cNvPr>
            <p:cNvCxnSpPr/>
            <p:nvPr/>
          </p:nvCxnSpPr>
          <p:spPr>
            <a:xfrm>
              <a:off x="2804043" y="5243835"/>
              <a:ext cx="360000" cy="0"/>
            </a:xfrm>
            <a:prstGeom prst="straightConnector1">
              <a:avLst/>
            </a:prstGeom>
            <a:ln w="25400">
              <a:solidFill>
                <a:srgbClr val="FF00FF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0" name="직선 화살표 연결선 69">
              <a:extLst>
                <a:ext uri="{FF2B5EF4-FFF2-40B4-BE49-F238E27FC236}">
                  <a16:creationId xmlns:a16="http://schemas.microsoft.com/office/drawing/2014/main" id="{39119834-887C-4ED9-9DCA-D48AB5DAE939}"/>
                </a:ext>
              </a:extLst>
            </p:cNvPr>
            <p:cNvCxnSpPr/>
            <p:nvPr/>
          </p:nvCxnSpPr>
          <p:spPr>
            <a:xfrm>
              <a:off x="2804043" y="5605200"/>
              <a:ext cx="360000" cy="0"/>
            </a:xfrm>
            <a:prstGeom prst="straightConnector1">
              <a:avLst/>
            </a:prstGeom>
            <a:ln w="25400">
              <a:solidFill>
                <a:schemeClr val="accent6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1" name="직선 화살표 연결선 70">
              <a:extLst>
                <a:ext uri="{FF2B5EF4-FFF2-40B4-BE49-F238E27FC236}">
                  <a16:creationId xmlns:a16="http://schemas.microsoft.com/office/drawing/2014/main" id="{E562AE5E-F0DE-4BF4-BA2F-4D7A9EBB2B92}"/>
                </a:ext>
              </a:extLst>
            </p:cNvPr>
            <p:cNvCxnSpPr/>
            <p:nvPr/>
          </p:nvCxnSpPr>
          <p:spPr>
            <a:xfrm>
              <a:off x="2804043" y="5965200"/>
              <a:ext cx="360000" cy="0"/>
            </a:xfrm>
            <a:prstGeom prst="straightConnector1">
              <a:avLst/>
            </a:prstGeom>
            <a:ln w="25400">
              <a:solidFill>
                <a:srgbClr val="00B0F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72" name="직사각형 71">
                  <a:extLst>
                    <a:ext uri="{FF2B5EF4-FFF2-40B4-BE49-F238E27FC236}">
                      <a16:creationId xmlns:a16="http://schemas.microsoft.com/office/drawing/2014/main" id="{D3FC2CE7-136F-46DE-A305-E3DB773D7452}"/>
                    </a:ext>
                  </a:extLst>
                </p:cNvPr>
                <p:cNvSpPr/>
                <p:nvPr/>
              </p:nvSpPr>
              <p:spPr>
                <a:xfrm>
                  <a:off x="3128043" y="5000400"/>
                  <a:ext cx="5760000" cy="461665"/>
                </a:xfrm>
                <a:prstGeom prst="rect">
                  <a:avLst/>
                </a:prstGeom>
              </p:spPr>
              <p:txBody>
                <a:bodyPr wrap="square" anchor="t">
                  <a:spAutoFit/>
                </a:bodyPr>
                <a:lstStyle/>
                <a:p>
                  <a:r>
                    <a:rPr lang="en-US" altLang="ko-KR" sz="2200" dirty="0">
                      <a:solidFill>
                        <a:srgbClr val="000000"/>
                      </a:solidFill>
                      <a:latin typeface="Times New Roman" panose="02020603050405020304" pitchFamily="18" charset="0"/>
                      <a:ea typeface="Times New Roman" panose="02020603050405020304" pitchFamily="18" charset="0"/>
                      <a:cs typeface="Times New Roman" panose="02020603050405020304" pitchFamily="18" charset="0"/>
                    </a:rPr>
                    <a:t>First axis</a:t>
                  </a:r>
                  <a:r>
                    <a:rPr lang="ko-KR" altLang="en-US" sz="2000" dirty="0"/>
                    <a:t> </a:t>
                  </a:r>
                  <a14:m>
                    <m:oMath xmlns:m="http://schemas.openxmlformats.org/officeDocument/2006/math">
                      <m:d>
                        <m:dPr>
                          <m:ctrlPr>
                            <a:rPr lang="ko-KR" altLang="en-US" sz="20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ko-KR" altLang="en-US" sz="20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acc>
                                <m:accPr>
                                  <m:chr m:val="̂"/>
                                  <m:ctrlPr>
                                    <a:rPr lang="ko-KR" altLang="en-US" sz="2000" i="1">
                                      <a:latin typeface="Cambria Math" panose="02040503050406030204" pitchFamily="18" charset="0"/>
                                    </a:rPr>
                                  </m:ctrlPr>
                                </m:accPr>
                                <m:e>
                                  <m:r>
                                    <a:rPr lang="ko-KR" altLang="en-US" sz="2000" i="1">
                                      <a:latin typeface="Cambria Math" panose="02040503050406030204" pitchFamily="18" charset="0"/>
                                    </a:rPr>
                                    <m:t>𝐚</m:t>
                                  </m:r>
                                </m:e>
                              </m:acc>
                            </m:e>
                            <m:sub>
                              <m:r>
                                <a:rPr lang="en-US" altLang="ko-KR" sz="2000" i="1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b>
                          </m:sSub>
                        </m:e>
                      </m:d>
                    </m:oMath>
                  </a14:m>
                  <a:r>
                    <a:rPr lang="en-US" altLang="ko-KR" sz="2400" dirty="0">
                      <a:solidFill>
                        <a:srgbClr val="000000"/>
                      </a:solidFill>
                      <a:latin typeface="Times New Roman" panose="02020603050405020304" pitchFamily="18" charset="0"/>
                      <a:ea typeface="Times New Roman" panose="02020603050405020304" pitchFamily="18" charset="0"/>
                      <a:cs typeface="Times New Roman" panose="02020603050405020304" pitchFamily="18" charset="0"/>
                    </a:rPr>
                    <a:t> </a:t>
                  </a:r>
                </a:p>
              </p:txBody>
            </p:sp>
          </mc:Choice>
          <mc:Fallback xmlns="">
            <p:sp>
              <p:nvSpPr>
                <p:cNvPr id="72" name="직사각형 71">
                  <a:extLst>
                    <a:ext uri="{FF2B5EF4-FFF2-40B4-BE49-F238E27FC236}">
                      <a16:creationId xmlns:a16="http://schemas.microsoft.com/office/drawing/2014/main" id="{D3FC2CE7-136F-46DE-A305-E3DB773D7452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128043" y="5000400"/>
                  <a:ext cx="5760000" cy="461665"/>
                </a:xfrm>
                <a:prstGeom prst="rect">
                  <a:avLst/>
                </a:prstGeom>
                <a:blipFill>
                  <a:blip r:embed="rId2"/>
                  <a:stretch>
                    <a:fillRect l="-1376" t="-2632" b="-25000"/>
                  </a:stretch>
                </a:blipFill>
              </p:spPr>
              <p:txBody>
                <a:bodyPr/>
                <a:lstStyle/>
                <a:p>
                  <a:r>
                    <a:rPr lang="ko-KR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73" name="직사각형 72">
                  <a:extLst>
                    <a:ext uri="{FF2B5EF4-FFF2-40B4-BE49-F238E27FC236}">
                      <a16:creationId xmlns:a16="http://schemas.microsoft.com/office/drawing/2014/main" id="{E4E59644-1371-41D7-ADAF-691392D70FE5}"/>
                    </a:ext>
                  </a:extLst>
                </p:cNvPr>
                <p:cNvSpPr/>
                <p:nvPr/>
              </p:nvSpPr>
              <p:spPr>
                <a:xfrm>
                  <a:off x="3128400" y="5720400"/>
                  <a:ext cx="2083327" cy="430887"/>
                </a:xfrm>
                <a:prstGeom prst="rect">
                  <a:avLst/>
                </a:prstGeom>
              </p:spPr>
              <p:txBody>
                <a:bodyPr wrap="none">
                  <a:spAutoFit/>
                </a:bodyPr>
                <a:lstStyle/>
                <a:p>
                  <a:r>
                    <a:rPr lang="en-US" altLang="ko-KR" sz="2200" dirty="0">
                      <a:solidFill>
                        <a:srgbClr val="000000"/>
                      </a:solidFill>
                      <a:latin typeface="Times New Roman" panose="02020603050405020304" pitchFamily="18" charset="0"/>
                      <a:ea typeface="Times New Roman" panose="02020603050405020304" pitchFamily="18" charset="0"/>
                      <a:cs typeface="Times New Roman" panose="02020603050405020304" pitchFamily="18" charset="0"/>
                    </a:rPr>
                    <a:t>Second axis </a:t>
                  </a:r>
                  <a14:m>
                    <m:oMath xmlns:m="http://schemas.openxmlformats.org/officeDocument/2006/math">
                      <m:d>
                        <m:dPr>
                          <m:ctrlPr>
                            <a:rPr lang="ko-KR" altLang="en-US" sz="20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ko-KR" altLang="en-US" sz="20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acc>
                                <m:accPr>
                                  <m:chr m:val="̂"/>
                                  <m:ctrlPr>
                                    <a:rPr lang="ko-KR" altLang="en-US" sz="2000" i="1">
                                      <a:latin typeface="Cambria Math" panose="02040503050406030204" pitchFamily="18" charset="0"/>
                                    </a:rPr>
                                  </m:ctrlPr>
                                </m:accPr>
                                <m:e>
                                  <m:r>
                                    <a:rPr lang="ko-KR" altLang="en-US" sz="2000" i="1">
                                      <a:latin typeface="Cambria Math" panose="02040503050406030204" pitchFamily="18" charset="0"/>
                                    </a:rPr>
                                    <m:t>𝐚</m:t>
                                  </m:r>
                                </m:e>
                              </m:acc>
                            </m:e>
                            <m:sub>
                              <m:r>
                                <a:rPr lang="en-US" altLang="ko-KR" sz="2000" b="0" i="1" smtClean="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b>
                          </m:sSub>
                        </m:e>
                      </m:d>
                    </m:oMath>
                  </a14:m>
                  <a:endParaRPr lang="ko-KR" altLang="en-US" sz="2200" dirty="0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</mc:Choice>
          <mc:Fallback xmlns="">
            <p:sp>
              <p:nvSpPr>
                <p:cNvPr id="73" name="직사각형 72">
                  <a:extLst>
                    <a:ext uri="{FF2B5EF4-FFF2-40B4-BE49-F238E27FC236}">
                      <a16:creationId xmlns:a16="http://schemas.microsoft.com/office/drawing/2014/main" id="{E4E59644-1371-41D7-ADAF-691392D70FE5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128400" y="5720400"/>
                  <a:ext cx="2083327" cy="430887"/>
                </a:xfrm>
                <a:prstGeom prst="rect">
                  <a:avLst/>
                </a:prstGeom>
                <a:blipFill>
                  <a:blip r:embed="rId3"/>
                  <a:stretch>
                    <a:fillRect l="-3801" t="-8451" r="-3509" b="-28169"/>
                  </a:stretch>
                </a:blipFill>
              </p:spPr>
              <p:txBody>
                <a:bodyPr/>
                <a:lstStyle/>
                <a:p>
                  <a:r>
                    <a:rPr lang="ko-KR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74" name="직사각형 73">
                  <a:extLst>
                    <a:ext uri="{FF2B5EF4-FFF2-40B4-BE49-F238E27FC236}">
                      <a16:creationId xmlns:a16="http://schemas.microsoft.com/office/drawing/2014/main" id="{88DB50B3-9493-4FBF-B83C-5BFB3C371DAB}"/>
                    </a:ext>
                  </a:extLst>
                </p:cNvPr>
                <p:cNvSpPr/>
                <p:nvPr/>
              </p:nvSpPr>
              <p:spPr>
                <a:xfrm>
                  <a:off x="3128043" y="5360400"/>
                  <a:ext cx="2723823" cy="430887"/>
                </a:xfrm>
                <a:prstGeom prst="rect">
                  <a:avLst/>
                </a:prstGeom>
              </p:spPr>
              <p:txBody>
                <a:bodyPr wrap="none">
                  <a:spAutoFit/>
                </a:bodyPr>
                <a:lstStyle/>
                <a:p>
                  <a:r>
                    <a:rPr lang="en-US" altLang="ko-KR" sz="2200" dirty="0">
                      <a:solidFill>
                        <a:srgbClr val="000000"/>
                      </a:solidFill>
                      <a:latin typeface="Times New Roman" panose="02020603050405020304" pitchFamily="18" charset="0"/>
                      <a:ea typeface="Times New Roman" panose="02020603050405020304" pitchFamily="18" charset="0"/>
                    </a:rPr>
                    <a:t>Auxiliary direction (</a:t>
                  </a:r>
                  <a14:m>
                    <m:oMath xmlns:m="http://schemas.openxmlformats.org/officeDocument/2006/math">
                      <m:acc>
                        <m:accPr>
                          <m:chr m:val="̂"/>
                          <m:ctrlPr>
                            <a:rPr lang="en-US" altLang="ko-KR" sz="2000" i="1"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r>
                            <a:rPr lang="en-US" altLang="ko-KR" sz="2000" i="1">
                              <a:latin typeface="Cambria Math" panose="02040503050406030204" pitchFamily="18" charset="0"/>
                            </a:rPr>
                            <m:t>𝐜</m:t>
                          </m:r>
                        </m:e>
                      </m:acc>
                    </m:oMath>
                  </a14:m>
                  <a:r>
                    <a:rPr lang="en-US" altLang="ko-KR" sz="2200" dirty="0">
                      <a:solidFill>
                        <a:srgbClr val="000000"/>
                      </a:solidFill>
                      <a:latin typeface="Times New Roman" panose="02020603050405020304" pitchFamily="18" charset="0"/>
                      <a:ea typeface="Times New Roman" panose="02020603050405020304" pitchFamily="18" charset="0"/>
                    </a:rPr>
                    <a:t>)</a:t>
                  </a:r>
                  <a:endParaRPr lang="ko-KR" altLang="en-US" sz="2200" dirty="0"/>
                </a:p>
              </p:txBody>
            </p:sp>
          </mc:Choice>
          <mc:Fallback xmlns="">
            <p:sp>
              <p:nvSpPr>
                <p:cNvPr id="74" name="직사각형 73">
                  <a:extLst>
                    <a:ext uri="{FF2B5EF4-FFF2-40B4-BE49-F238E27FC236}">
                      <a16:creationId xmlns:a16="http://schemas.microsoft.com/office/drawing/2014/main" id="{88DB50B3-9493-4FBF-B83C-5BFB3C371DAB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128043" y="5360400"/>
                  <a:ext cx="2723823" cy="430887"/>
                </a:xfrm>
                <a:prstGeom prst="rect">
                  <a:avLst/>
                </a:prstGeom>
                <a:blipFill>
                  <a:blip r:embed="rId4"/>
                  <a:stretch>
                    <a:fillRect l="-2908" t="-8451" r="-6264" b="-28169"/>
                  </a:stretch>
                </a:blipFill>
              </p:spPr>
              <p:txBody>
                <a:bodyPr/>
                <a:lstStyle/>
                <a:p>
                  <a:r>
                    <a:rPr lang="ko-KR" alt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7" name="정육면체 6">
              <a:extLst>
                <a:ext uri="{FF2B5EF4-FFF2-40B4-BE49-F238E27FC236}">
                  <a16:creationId xmlns:a16="http://schemas.microsoft.com/office/drawing/2014/main" id="{1CBE073E-467E-45BE-B33A-FD0D31B9C24E}"/>
                </a:ext>
              </a:extLst>
            </p:cNvPr>
            <p:cNvSpPr/>
            <p:nvPr/>
          </p:nvSpPr>
          <p:spPr>
            <a:xfrm>
              <a:off x="7037263" y="1440000"/>
              <a:ext cx="2520000" cy="2520000"/>
            </a:xfrm>
            <a:prstGeom prst="cube">
              <a:avLst/>
            </a:prstGeom>
            <a:noFill/>
            <a:ln w="381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65" name="정육면체 64">
              <a:extLst>
                <a:ext uri="{FF2B5EF4-FFF2-40B4-BE49-F238E27FC236}">
                  <a16:creationId xmlns:a16="http://schemas.microsoft.com/office/drawing/2014/main" id="{38C45568-784C-4C94-AB1C-1E28932B47A2}"/>
                </a:ext>
              </a:extLst>
            </p:cNvPr>
            <p:cNvSpPr/>
            <p:nvPr/>
          </p:nvSpPr>
          <p:spPr>
            <a:xfrm rot="10800000">
              <a:off x="7037264" y="1440001"/>
              <a:ext cx="2520000" cy="2520000"/>
            </a:xfrm>
            <a:prstGeom prst="cube">
              <a:avLst/>
            </a:prstGeom>
            <a:noFill/>
            <a:ln w="38100">
              <a:solidFill>
                <a:schemeClr val="tx1"/>
              </a:solidFill>
              <a:prstDash val="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67" name="타원 66">
              <a:extLst>
                <a:ext uri="{FF2B5EF4-FFF2-40B4-BE49-F238E27FC236}">
                  <a16:creationId xmlns:a16="http://schemas.microsoft.com/office/drawing/2014/main" id="{64EBDC4A-D110-48D9-A8BC-DEB1F6B07AFA}"/>
                </a:ext>
              </a:extLst>
            </p:cNvPr>
            <p:cNvSpPr/>
            <p:nvPr/>
          </p:nvSpPr>
          <p:spPr>
            <a:xfrm>
              <a:off x="6857263" y="1891458"/>
              <a:ext cx="360000" cy="360000"/>
            </a:xfrm>
            <a:prstGeom prst="ellipse">
              <a:avLst/>
            </a:prstGeom>
            <a:solidFill>
              <a:schemeClr val="bg1">
                <a:lumMod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77" name="타원 76">
              <a:extLst>
                <a:ext uri="{FF2B5EF4-FFF2-40B4-BE49-F238E27FC236}">
                  <a16:creationId xmlns:a16="http://schemas.microsoft.com/office/drawing/2014/main" id="{44CED54A-3A85-4B41-A985-274A17464D55}"/>
                </a:ext>
              </a:extLst>
            </p:cNvPr>
            <p:cNvSpPr/>
            <p:nvPr/>
          </p:nvSpPr>
          <p:spPr>
            <a:xfrm>
              <a:off x="8747977" y="1891458"/>
              <a:ext cx="360000" cy="360000"/>
            </a:xfrm>
            <a:prstGeom prst="ellipse">
              <a:avLst/>
            </a:prstGeom>
            <a:solidFill>
              <a:schemeClr val="bg1">
                <a:lumMod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78" name="타원 77">
              <a:extLst>
                <a:ext uri="{FF2B5EF4-FFF2-40B4-BE49-F238E27FC236}">
                  <a16:creationId xmlns:a16="http://schemas.microsoft.com/office/drawing/2014/main" id="{783826E9-D44D-4236-B978-AB21AFB32D21}"/>
                </a:ext>
              </a:extLst>
            </p:cNvPr>
            <p:cNvSpPr/>
            <p:nvPr/>
          </p:nvSpPr>
          <p:spPr>
            <a:xfrm>
              <a:off x="7486771" y="1260000"/>
              <a:ext cx="360000" cy="360000"/>
            </a:xfrm>
            <a:prstGeom prst="ellipse">
              <a:avLst/>
            </a:prstGeom>
            <a:solidFill>
              <a:schemeClr val="bg1">
                <a:lumMod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79" name="타원 78">
              <a:extLst>
                <a:ext uri="{FF2B5EF4-FFF2-40B4-BE49-F238E27FC236}">
                  <a16:creationId xmlns:a16="http://schemas.microsoft.com/office/drawing/2014/main" id="{F44269E6-2C2F-40FE-842D-15111CB72AEE}"/>
                </a:ext>
              </a:extLst>
            </p:cNvPr>
            <p:cNvSpPr/>
            <p:nvPr/>
          </p:nvSpPr>
          <p:spPr>
            <a:xfrm>
              <a:off x="9375860" y="1260747"/>
              <a:ext cx="360000" cy="360000"/>
            </a:xfrm>
            <a:prstGeom prst="ellipse">
              <a:avLst/>
            </a:prstGeom>
            <a:solidFill>
              <a:schemeClr val="bg1">
                <a:lumMod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81" name="타원 80">
              <a:extLst>
                <a:ext uri="{FF2B5EF4-FFF2-40B4-BE49-F238E27FC236}">
                  <a16:creationId xmlns:a16="http://schemas.microsoft.com/office/drawing/2014/main" id="{A1C9400B-AEFD-4D79-802B-74A5B21AAEA4}"/>
                </a:ext>
              </a:extLst>
            </p:cNvPr>
            <p:cNvSpPr/>
            <p:nvPr/>
          </p:nvSpPr>
          <p:spPr>
            <a:xfrm>
              <a:off x="8297264" y="2700001"/>
              <a:ext cx="0" cy="0"/>
            </a:xfrm>
            <a:prstGeom prst="ellipse">
              <a:avLst/>
            </a:prstGeom>
            <a:no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82" name="타원 81">
              <a:extLst>
                <a:ext uri="{FF2B5EF4-FFF2-40B4-BE49-F238E27FC236}">
                  <a16:creationId xmlns:a16="http://schemas.microsoft.com/office/drawing/2014/main" id="{ED6987BE-F71F-45BF-BF89-35CD5150EF77}"/>
                </a:ext>
              </a:extLst>
            </p:cNvPr>
            <p:cNvSpPr/>
            <p:nvPr/>
          </p:nvSpPr>
          <p:spPr>
            <a:xfrm>
              <a:off x="8297264" y="1980001"/>
              <a:ext cx="0" cy="0"/>
            </a:xfrm>
            <a:prstGeom prst="ellipse">
              <a:avLst/>
            </a:prstGeom>
            <a:no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84" name="타원 83">
              <a:extLst>
                <a:ext uri="{FF2B5EF4-FFF2-40B4-BE49-F238E27FC236}">
                  <a16:creationId xmlns:a16="http://schemas.microsoft.com/office/drawing/2014/main" id="{C5D03648-E195-4095-A0CB-732C93AB1837}"/>
                </a:ext>
              </a:extLst>
            </p:cNvPr>
            <p:cNvSpPr/>
            <p:nvPr/>
          </p:nvSpPr>
          <p:spPr>
            <a:xfrm>
              <a:off x="9017264" y="2700001"/>
              <a:ext cx="0" cy="0"/>
            </a:xfrm>
            <a:prstGeom prst="ellipse">
              <a:avLst/>
            </a:prstGeom>
            <a:no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cxnSp>
          <p:nvCxnSpPr>
            <p:cNvPr id="87" name="직선 화살표 연결선 86">
              <a:extLst>
                <a:ext uri="{FF2B5EF4-FFF2-40B4-BE49-F238E27FC236}">
                  <a16:creationId xmlns:a16="http://schemas.microsoft.com/office/drawing/2014/main" id="{0A21F9F1-1070-42F0-9E7D-B2196EDE0F9A}"/>
                </a:ext>
              </a:extLst>
            </p:cNvPr>
            <p:cNvCxnSpPr>
              <a:cxnSpLocks/>
            </p:cNvCxnSpPr>
            <p:nvPr/>
          </p:nvCxnSpPr>
          <p:spPr>
            <a:xfrm rot="8100000">
              <a:off x="7680325" y="2953610"/>
              <a:ext cx="720000" cy="0"/>
            </a:xfrm>
            <a:prstGeom prst="straightConnector1">
              <a:avLst/>
            </a:prstGeom>
            <a:ln w="50800">
              <a:solidFill>
                <a:schemeClr val="accent2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66" name="타원 65">
              <a:extLst>
                <a:ext uri="{FF2B5EF4-FFF2-40B4-BE49-F238E27FC236}">
                  <a16:creationId xmlns:a16="http://schemas.microsoft.com/office/drawing/2014/main" id="{6F5AB0E4-26E5-4B6E-8CBF-71FBC50654D4}"/>
                </a:ext>
              </a:extLst>
            </p:cNvPr>
            <p:cNvSpPr/>
            <p:nvPr/>
          </p:nvSpPr>
          <p:spPr>
            <a:xfrm>
              <a:off x="8117263" y="2520000"/>
              <a:ext cx="360000" cy="360000"/>
            </a:xfrm>
            <a:prstGeom prst="ellipse">
              <a:avLst/>
            </a:prstGeom>
            <a:solidFill>
              <a:srgbClr val="FF000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88" name="직사각형 87">
                  <a:extLst>
                    <a:ext uri="{FF2B5EF4-FFF2-40B4-BE49-F238E27FC236}">
                      <a16:creationId xmlns:a16="http://schemas.microsoft.com/office/drawing/2014/main" id="{D3F371B4-AEDE-4D9A-B090-3A508C4272F9}"/>
                    </a:ext>
                  </a:extLst>
                </p:cNvPr>
                <p:cNvSpPr/>
                <p:nvPr/>
              </p:nvSpPr>
              <p:spPr>
                <a:xfrm>
                  <a:off x="7616818" y="2328290"/>
                  <a:ext cx="500393" cy="369332"/>
                </a:xfrm>
                <a:prstGeom prst="rect">
                  <a:avLst/>
                </a:prstGeom>
              </p:spPr>
              <p:txBody>
                <a:bodyPr wrap="none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>
                        <m:sSub>
                          <m:sSubPr>
                            <m:ctrlPr>
                              <a:rPr lang="ko-KR" altLang="en-US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acc>
                              <m:accPr>
                                <m:chr m:val="̂"/>
                                <m:ctrlPr>
                                  <a:rPr lang="ko-KR" altLang="en-US" i="1">
                                    <a:latin typeface="Cambria Math" panose="02040503050406030204" pitchFamily="18" charset="0"/>
                                  </a:rPr>
                                </m:ctrlPr>
                              </m:accPr>
                              <m:e>
                                <m:r>
                                  <a:rPr lang="ko-KR" altLang="en-US" i="1">
                                    <a:latin typeface="Cambria Math" panose="02040503050406030204" pitchFamily="18" charset="0"/>
                                  </a:rPr>
                                  <m:t>𝐚</m:t>
                                </m:r>
                              </m:e>
                            </m:acc>
                          </m:e>
                          <m:sub>
                            <m:r>
                              <a:rPr lang="en-US" altLang="ko-KR" b="0" i="1" smtClean="0">
                                <a:latin typeface="Cambria Math" panose="02040503050406030204" pitchFamily="18" charset="0"/>
                              </a:rPr>
                              <m:t>2</m:t>
                            </m:r>
                          </m:sub>
                        </m:sSub>
                      </m:oMath>
                    </m:oMathPara>
                  </a14:m>
                  <a:endParaRPr lang="ko-KR" altLang="en-US" dirty="0"/>
                </a:p>
              </p:txBody>
            </p:sp>
          </mc:Choice>
          <mc:Fallback xmlns="">
            <p:sp>
              <p:nvSpPr>
                <p:cNvPr id="88" name="직사각형 87">
                  <a:extLst>
                    <a:ext uri="{FF2B5EF4-FFF2-40B4-BE49-F238E27FC236}">
                      <a16:creationId xmlns:a16="http://schemas.microsoft.com/office/drawing/2014/main" id="{D3F371B4-AEDE-4D9A-B090-3A508C4272F9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7616818" y="2328290"/>
                  <a:ext cx="500393" cy="369332"/>
                </a:xfrm>
                <a:prstGeom prst="rect">
                  <a:avLst/>
                </a:prstGeom>
                <a:blipFill>
                  <a:blip r:embed="rId5"/>
                  <a:stretch>
                    <a:fillRect t="-3279" r="-12048"/>
                  </a:stretch>
                </a:blipFill>
              </p:spPr>
              <p:txBody>
                <a:bodyPr/>
                <a:lstStyle/>
                <a:p>
                  <a:r>
                    <a:rPr lang="ko-KR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89" name="직사각형 88">
                  <a:extLst>
                    <a:ext uri="{FF2B5EF4-FFF2-40B4-BE49-F238E27FC236}">
                      <a16:creationId xmlns:a16="http://schemas.microsoft.com/office/drawing/2014/main" id="{854D7368-678B-45FD-B54B-CCE6939F18B4}"/>
                    </a:ext>
                  </a:extLst>
                </p:cNvPr>
                <p:cNvSpPr/>
                <p:nvPr/>
              </p:nvSpPr>
              <p:spPr>
                <a:xfrm>
                  <a:off x="8066263" y="1400022"/>
                  <a:ext cx="495071" cy="369332"/>
                </a:xfrm>
                <a:prstGeom prst="rect">
                  <a:avLst/>
                </a:prstGeom>
              </p:spPr>
              <p:txBody>
                <a:bodyPr wrap="square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>
                        <m:sSub>
                          <m:sSubPr>
                            <m:ctrlPr>
                              <a:rPr lang="ko-KR" altLang="en-US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acc>
                              <m:accPr>
                                <m:chr m:val="̂"/>
                                <m:ctrlPr>
                                  <a:rPr lang="ko-KR" altLang="en-US" i="1">
                                    <a:latin typeface="Cambria Math" panose="02040503050406030204" pitchFamily="18" charset="0"/>
                                  </a:rPr>
                                </m:ctrlPr>
                              </m:accPr>
                              <m:e>
                                <m:r>
                                  <a:rPr lang="ko-KR" altLang="en-US" i="1">
                                    <a:latin typeface="Cambria Math" panose="02040503050406030204" pitchFamily="18" charset="0"/>
                                  </a:rPr>
                                  <m:t>𝐚</m:t>
                                </m:r>
                              </m:e>
                            </m:acc>
                          </m:e>
                          <m:sub>
                            <m:r>
                              <a:rPr lang="en-US" altLang="ko-KR" b="0" i="1" smtClean="0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</m:oMath>
                    </m:oMathPara>
                  </a14:m>
                  <a:endParaRPr lang="ko-KR" altLang="en-US" dirty="0"/>
                </a:p>
              </p:txBody>
            </p:sp>
          </mc:Choice>
          <mc:Fallback xmlns="">
            <p:sp>
              <p:nvSpPr>
                <p:cNvPr id="89" name="직사각형 88">
                  <a:extLst>
                    <a:ext uri="{FF2B5EF4-FFF2-40B4-BE49-F238E27FC236}">
                      <a16:creationId xmlns:a16="http://schemas.microsoft.com/office/drawing/2014/main" id="{854D7368-678B-45FD-B54B-CCE6939F18B4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8066263" y="1400022"/>
                  <a:ext cx="495071" cy="369332"/>
                </a:xfrm>
                <a:prstGeom prst="rect">
                  <a:avLst/>
                </a:prstGeom>
                <a:blipFill>
                  <a:blip r:embed="rId6"/>
                  <a:stretch>
                    <a:fillRect t="-3333" r="-13580" b="-1667"/>
                  </a:stretch>
                </a:blipFill>
              </p:spPr>
              <p:txBody>
                <a:bodyPr/>
                <a:lstStyle/>
                <a:p>
                  <a:r>
                    <a:rPr lang="ko-KR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90" name="직사각형 89">
                  <a:extLst>
                    <a:ext uri="{FF2B5EF4-FFF2-40B4-BE49-F238E27FC236}">
                      <a16:creationId xmlns:a16="http://schemas.microsoft.com/office/drawing/2014/main" id="{55D00B65-343D-4388-8B81-1DF44A58CDF1}"/>
                    </a:ext>
                  </a:extLst>
                </p:cNvPr>
                <p:cNvSpPr/>
                <p:nvPr/>
              </p:nvSpPr>
              <p:spPr>
                <a:xfrm>
                  <a:off x="7918323" y="2903869"/>
                  <a:ext cx="500393" cy="369332"/>
                </a:xfrm>
                <a:prstGeom prst="rect">
                  <a:avLst/>
                </a:prstGeom>
              </p:spPr>
              <p:txBody>
                <a:bodyPr wrap="none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>
                        <m:sSub>
                          <m:sSubPr>
                            <m:ctrlPr>
                              <a:rPr lang="ko-KR" altLang="en-US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acc>
                              <m:accPr>
                                <m:chr m:val="̂"/>
                                <m:ctrlPr>
                                  <a:rPr lang="ko-KR" altLang="en-US" i="1">
                                    <a:latin typeface="Cambria Math" panose="02040503050406030204" pitchFamily="18" charset="0"/>
                                  </a:rPr>
                                </m:ctrlPr>
                              </m:accPr>
                              <m:e>
                                <m:r>
                                  <a:rPr lang="ko-KR" altLang="en-US" i="1">
                                    <a:latin typeface="Cambria Math" panose="02040503050406030204" pitchFamily="18" charset="0"/>
                                  </a:rPr>
                                  <m:t>𝐚</m:t>
                                </m:r>
                              </m:e>
                            </m:acc>
                          </m:e>
                          <m:sub>
                            <m:r>
                              <a:rPr lang="en-US" altLang="ko-KR" b="0" i="1" smtClean="0">
                                <a:latin typeface="Cambria Math" panose="02040503050406030204" pitchFamily="18" charset="0"/>
                              </a:rPr>
                              <m:t>3</m:t>
                            </m:r>
                          </m:sub>
                        </m:sSub>
                      </m:oMath>
                    </m:oMathPara>
                  </a14:m>
                  <a:endParaRPr lang="ko-KR" altLang="en-US" dirty="0"/>
                </a:p>
              </p:txBody>
            </p:sp>
          </mc:Choice>
          <mc:Fallback xmlns="">
            <p:sp>
              <p:nvSpPr>
                <p:cNvPr id="90" name="직사각형 89">
                  <a:extLst>
                    <a:ext uri="{FF2B5EF4-FFF2-40B4-BE49-F238E27FC236}">
                      <a16:creationId xmlns:a16="http://schemas.microsoft.com/office/drawing/2014/main" id="{55D00B65-343D-4388-8B81-1DF44A58CDF1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7918323" y="2903869"/>
                  <a:ext cx="500393" cy="369332"/>
                </a:xfrm>
                <a:prstGeom prst="rect">
                  <a:avLst/>
                </a:prstGeom>
                <a:blipFill>
                  <a:blip r:embed="rId7"/>
                  <a:stretch>
                    <a:fillRect t="-3279" r="-12195" b="-1639"/>
                  </a:stretch>
                </a:blipFill>
              </p:spPr>
              <p:txBody>
                <a:bodyPr/>
                <a:lstStyle/>
                <a:p>
                  <a:r>
                    <a:rPr lang="ko-KR" alt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91" name="직선 화살표 연결선 90">
              <a:extLst>
                <a:ext uri="{FF2B5EF4-FFF2-40B4-BE49-F238E27FC236}">
                  <a16:creationId xmlns:a16="http://schemas.microsoft.com/office/drawing/2014/main" id="{26708A38-2597-4395-A1A5-22B99D52F1C5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7037263" y="3979050"/>
              <a:ext cx="0" cy="360000"/>
            </a:xfrm>
            <a:prstGeom prst="straightConnector1">
              <a:avLst/>
            </a:prstGeom>
            <a:ln w="38100">
              <a:solidFill>
                <a:schemeClr val="tx1"/>
              </a:solidFill>
              <a:prstDash val="sysDot"/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2" name="직선 화살표 연결선 91">
              <a:extLst>
                <a:ext uri="{FF2B5EF4-FFF2-40B4-BE49-F238E27FC236}">
                  <a16:creationId xmlns:a16="http://schemas.microsoft.com/office/drawing/2014/main" id="{6529AE15-F55F-47F7-BBAC-D3FB00C959F7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8915640" y="3979050"/>
              <a:ext cx="0" cy="360000"/>
            </a:xfrm>
            <a:prstGeom prst="straightConnector1">
              <a:avLst/>
            </a:prstGeom>
            <a:ln w="38100">
              <a:solidFill>
                <a:schemeClr val="tx1"/>
              </a:solidFill>
              <a:prstDash val="sysDot"/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3" name="직선 화살표 연결선 92">
              <a:extLst>
                <a:ext uri="{FF2B5EF4-FFF2-40B4-BE49-F238E27FC236}">
                  <a16:creationId xmlns:a16="http://schemas.microsoft.com/office/drawing/2014/main" id="{4F82A176-212D-43BC-95B6-0301396BA713}"/>
                </a:ext>
              </a:extLst>
            </p:cNvPr>
            <p:cNvCxnSpPr>
              <a:cxnSpLocks/>
            </p:cNvCxnSpPr>
            <p:nvPr/>
          </p:nvCxnSpPr>
          <p:spPr>
            <a:xfrm>
              <a:off x="7051978" y="4089992"/>
              <a:ext cx="1846990" cy="0"/>
            </a:xfrm>
            <a:prstGeom prst="straightConnector1">
              <a:avLst/>
            </a:prstGeom>
            <a:ln w="38100">
              <a:solidFill>
                <a:schemeClr val="tx1"/>
              </a:solidFill>
              <a:headEnd type="triangle"/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96" name="직사각형 95">
              <a:extLst>
                <a:ext uri="{FF2B5EF4-FFF2-40B4-BE49-F238E27FC236}">
                  <a16:creationId xmlns:a16="http://schemas.microsoft.com/office/drawing/2014/main" id="{A9AF33BC-F9DE-4C7A-91EE-76B1186B6639}"/>
                </a:ext>
              </a:extLst>
            </p:cNvPr>
            <p:cNvSpPr/>
            <p:nvPr/>
          </p:nvSpPr>
          <p:spPr>
            <a:xfrm>
              <a:off x="7656492" y="4089991"/>
              <a:ext cx="639919" cy="369332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r>
                <a:rPr lang="en-US" altLang="ko-KR" dirty="0">
                  <a:solidFill>
                    <a:srgbClr val="000000"/>
                  </a:solidFill>
                  <a:latin typeface="Times New Roman" panose="02020603050405020304" pitchFamily="18" charset="0"/>
                  <a:ea typeface="Times New Roman" panose="02020603050405020304" pitchFamily="18" charset="0"/>
                </a:rPr>
                <a:t>4.5Å</a:t>
              </a:r>
              <a:endParaRPr lang="ko-KR" altLang="en-US" dirty="0"/>
            </a:p>
          </p:txBody>
        </p:sp>
        <p:sp>
          <p:nvSpPr>
            <p:cNvPr id="97" name="TextBox 96">
              <a:extLst>
                <a:ext uri="{FF2B5EF4-FFF2-40B4-BE49-F238E27FC236}">
                  <a16:creationId xmlns:a16="http://schemas.microsoft.com/office/drawing/2014/main" id="{EBEC1C69-669C-4202-8C29-4C10F5479D58}"/>
                </a:ext>
              </a:extLst>
            </p:cNvPr>
            <p:cNvSpPr txBox="1"/>
            <p:nvPr/>
          </p:nvSpPr>
          <p:spPr>
            <a:xfrm>
              <a:off x="2832675" y="482069"/>
              <a:ext cx="720000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altLang="ko-KR" sz="2400" dirty="0">
                  <a:latin typeface="Times New Roman" panose="02020603050405020304" pitchFamily="18" charset="0"/>
                  <a:cs typeface="Times New Roman" panose="02020603050405020304" pitchFamily="18" charset="0"/>
                </a:rPr>
                <a:t>(a)</a:t>
              </a:r>
              <a:endParaRPr lang="ko-KR" altLang="en-US" sz="2400" dirty="0"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98" name="TextBox 97">
              <a:extLst>
                <a:ext uri="{FF2B5EF4-FFF2-40B4-BE49-F238E27FC236}">
                  <a16:creationId xmlns:a16="http://schemas.microsoft.com/office/drawing/2014/main" id="{133AB3B1-3B2E-4900-B257-2A413CCB2CE5}"/>
                </a:ext>
              </a:extLst>
            </p:cNvPr>
            <p:cNvSpPr txBox="1"/>
            <p:nvPr/>
          </p:nvSpPr>
          <p:spPr>
            <a:xfrm>
              <a:off x="6830934" y="482069"/>
              <a:ext cx="720000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altLang="ko-KR" sz="2400" dirty="0">
                  <a:latin typeface="Times New Roman" panose="02020603050405020304" pitchFamily="18" charset="0"/>
                  <a:cs typeface="Times New Roman" panose="02020603050405020304" pitchFamily="18" charset="0"/>
                </a:rPr>
                <a:t>(b)</a:t>
              </a:r>
            </a:p>
          </p:txBody>
        </p:sp>
        <p:sp>
          <p:nvSpPr>
            <p:cNvPr id="106" name="직사각형 105">
              <a:extLst>
                <a:ext uri="{FF2B5EF4-FFF2-40B4-BE49-F238E27FC236}">
                  <a16:creationId xmlns:a16="http://schemas.microsoft.com/office/drawing/2014/main" id="{D4AC0C6F-A2E9-414A-8D70-8D7940FE1008}"/>
                </a:ext>
              </a:extLst>
            </p:cNvPr>
            <p:cNvSpPr/>
            <p:nvPr/>
          </p:nvSpPr>
          <p:spPr>
            <a:xfrm>
              <a:off x="7181263" y="5000400"/>
              <a:ext cx="2886762" cy="430887"/>
            </a:xfrm>
            <a:prstGeom prst="rect">
              <a:avLst/>
            </a:prstGeom>
          </p:spPr>
          <p:txBody>
            <a:bodyPr wrap="square">
              <a:spAutoFit/>
            </a:bodyPr>
            <a:lstStyle/>
            <a:p>
              <a:r>
                <a:rPr lang="en-US" altLang="ko-KR" sz="2200" dirty="0">
                  <a:solidFill>
                    <a:srgbClr val="000000"/>
                  </a:solidFill>
                  <a:latin typeface="Times New Roman" panose="02020603050405020304" pitchFamily="18" charset="0"/>
                  <a:ea typeface="Times New Roman" panose="02020603050405020304" pitchFamily="18" charset="0"/>
                </a:rPr>
                <a:t>Probe-ineligible atom</a:t>
              </a:r>
            </a:p>
          </p:txBody>
        </p:sp>
        <p:sp>
          <p:nvSpPr>
            <p:cNvPr id="108" name="직사각형 107">
              <a:extLst>
                <a:ext uri="{FF2B5EF4-FFF2-40B4-BE49-F238E27FC236}">
                  <a16:creationId xmlns:a16="http://schemas.microsoft.com/office/drawing/2014/main" id="{7FAADF43-7E92-49BE-81A2-F16BC8A096B9}"/>
                </a:ext>
              </a:extLst>
            </p:cNvPr>
            <p:cNvSpPr/>
            <p:nvPr/>
          </p:nvSpPr>
          <p:spPr>
            <a:xfrm>
              <a:off x="7181263" y="5360400"/>
              <a:ext cx="2419252" cy="430887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r>
                <a:rPr lang="en-US" altLang="ko-KR" sz="2200" dirty="0">
                  <a:solidFill>
                    <a:srgbClr val="000000"/>
                  </a:solidFill>
                  <a:latin typeface="Times New Roman" panose="02020603050405020304" pitchFamily="18" charset="0"/>
                  <a:ea typeface="Times New Roman" panose="02020603050405020304" pitchFamily="18" charset="0"/>
                </a:rPr>
                <a:t>Probe-eligible atom</a:t>
              </a:r>
              <a:endParaRPr lang="ko-KR" altLang="en-US" sz="2200" dirty="0"/>
            </a:p>
          </p:txBody>
        </p:sp>
        <p:sp>
          <p:nvSpPr>
            <p:cNvPr id="109" name="타원 108">
              <a:extLst>
                <a:ext uri="{FF2B5EF4-FFF2-40B4-BE49-F238E27FC236}">
                  <a16:creationId xmlns:a16="http://schemas.microsoft.com/office/drawing/2014/main" id="{C7E3B68C-E1C8-4865-AE1E-6D690013E42E}"/>
                </a:ext>
              </a:extLst>
            </p:cNvPr>
            <p:cNvSpPr/>
            <p:nvPr/>
          </p:nvSpPr>
          <p:spPr>
            <a:xfrm>
              <a:off x="6920934" y="5104800"/>
              <a:ext cx="252000" cy="252000"/>
            </a:xfrm>
            <a:prstGeom prst="ellipse">
              <a:avLst/>
            </a:prstGeom>
            <a:solidFill>
              <a:schemeClr val="tx1"/>
            </a:solidFill>
            <a:ln w="25400">
              <a:noFill/>
              <a:prstDash val="sys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10" name="타원 109">
              <a:extLst>
                <a:ext uri="{FF2B5EF4-FFF2-40B4-BE49-F238E27FC236}">
                  <a16:creationId xmlns:a16="http://schemas.microsoft.com/office/drawing/2014/main" id="{0F7D71E2-B736-43FB-8D3A-CEC28DB29DC5}"/>
                </a:ext>
              </a:extLst>
            </p:cNvPr>
            <p:cNvSpPr/>
            <p:nvPr/>
          </p:nvSpPr>
          <p:spPr>
            <a:xfrm>
              <a:off x="6911263" y="5477835"/>
              <a:ext cx="252000" cy="252000"/>
            </a:xfrm>
            <a:prstGeom prst="ellipse">
              <a:avLst/>
            </a:prstGeom>
            <a:solidFill>
              <a:srgbClr val="FF000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25" name="타원 24">
              <a:extLst>
                <a:ext uri="{FF2B5EF4-FFF2-40B4-BE49-F238E27FC236}">
                  <a16:creationId xmlns:a16="http://schemas.microsoft.com/office/drawing/2014/main" id="{183D6816-E70B-5895-53CB-A5B7FB5FC902}"/>
                </a:ext>
              </a:extLst>
            </p:cNvPr>
            <p:cNvSpPr/>
            <p:nvPr/>
          </p:nvSpPr>
          <p:spPr>
            <a:xfrm>
              <a:off x="6922800" y="5824800"/>
              <a:ext cx="252000" cy="252000"/>
            </a:xfrm>
            <a:prstGeom prst="ellipse">
              <a:avLst/>
            </a:prstGeom>
            <a:noFill/>
            <a:ln w="31750">
              <a:solidFill>
                <a:schemeClr val="tx1"/>
              </a:solidFill>
              <a:prstDash val="sys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46" name="타원 45">
              <a:extLst>
                <a:ext uri="{FF2B5EF4-FFF2-40B4-BE49-F238E27FC236}">
                  <a16:creationId xmlns:a16="http://schemas.microsoft.com/office/drawing/2014/main" id="{646656C2-1FAC-2693-87D6-A99CF208AC0D}"/>
                </a:ext>
              </a:extLst>
            </p:cNvPr>
            <p:cNvSpPr/>
            <p:nvPr/>
          </p:nvSpPr>
          <p:spPr>
            <a:xfrm>
              <a:off x="6922800" y="6184800"/>
              <a:ext cx="252000" cy="252000"/>
            </a:xfrm>
            <a:prstGeom prst="ellipse">
              <a:avLst/>
            </a:prstGeom>
            <a:solidFill>
              <a:schemeClr val="bg1">
                <a:lumMod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cxnSp>
          <p:nvCxnSpPr>
            <p:cNvPr id="50" name="직선 화살표 연결선 49">
              <a:extLst>
                <a:ext uri="{FF2B5EF4-FFF2-40B4-BE49-F238E27FC236}">
                  <a16:creationId xmlns:a16="http://schemas.microsoft.com/office/drawing/2014/main" id="{1C44DEE7-1FE6-45F8-1356-57AE4A40C6D1}"/>
                </a:ext>
              </a:extLst>
            </p:cNvPr>
            <p:cNvCxnSpPr/>
            <p:nvPr/>
          </p:nvCxnSpPr>
          <p:spPr>
            <a:xfrm>
              <a:off x="2804400" y="6325200"/>
              <a:ext cx="360000" cy="0"/>
            </a:xfrm>
            <a:prstGeom prst="straightConnector1">
              <a:avLst/>
            </a:prstGeom>
            <a:ln w="25400">
              <a:solidFill>
                <a:schemeClr val="accent2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3" name="직사각형 52">
                  <a:extLst>
                    <a:ext uri="{FF2B5EF4-FFF2-40B4-BE49-F238E27FC236}">
                      <a16:creationId xmlns:a16="http://schemas.microsoft.com/office/drawing/2014/main" id="{42976F15-EA84-9B4D-C9C5-4E7B85B6DF2A}"/>
                    </a:ext>
                  </a:extLst>
                </p:cNvPr>
                <p:cNvSpPr/>
                <p:nvPr/>
              </p:nvSpPr>
              <p:spPr>
                <a:xfrm>
                  <a:off x="3128400" y="6080400"/>
                  <a:ext cx="3028393" cy="430887"/>
                </a:xfrm>
                <a:prstGeom prst="rect">
                  <a:avLst/>
                </a:prstGeom>
              </p:spPr>
              <p:txBody>
                <a:bodyPr wrap="none">
                  <a:spAutoFit/>
                </a:bodyPr>
                <a:lstStyle/>
                <a:p>
                  <a:r>
                    <a:rPr lang="en-US" altLang="ko-KR" sz="2200" dirty="0">
                      <a:solidFill>
                        <a:srgbClr val="000000"/>
                      </a:solidFill>
                      <a:latin typeface="Times New Roman" panose="02020603050405020304" pitchFamily="18" charset="0"/>
                      <a:ea typeface="Times New Roman" panose="02020603050405020304" pitchFamily="18" charset="0"/>
                      <a:cs typeface="Times New Roman" panose="02020603050405020304" pitchFamily="18" charset="0"/>
                    </a:rPr>
                    <a:t>Third axis </a:t>
                  </a:r>
                  <a14:m>
                    <m:oMath xmlns:m="http://schemas.openxmlformats.org/officeDocument/2006/math">
                      <m:d>
                        <m:dPr>
                          <m:ctrlPr>
                            <a:rPr lang="ko-KR" altLang="en-US" sz="20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ko-KR" altLang="en-US" sz="20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acc>
                                <m:accPr>
                                  <m:chr m:val="̂"/>
                                  <m:ctrlPr>
                                    <a:rPr lang="ko-KR" altLang="en-US" sz="2000" i="1">
                                      <a:latin typeface="Cambria Math" panose="02040503050406030204" pitchFamily="18" charset="0"/>
                                    </a:rPr>
                                  </m:ctrlPr>
                                </m:accPr>
                                <m:e>
                                  <m:r>
                                    <a:rPr lang="ko-KR" altLang="en-US" sz="2000" i="1">
                                      <a:latin typeface="Cambria Math" panose="02040503050406030204" pitchFamily="18" charset="0"/>
                                    </a:rPr>
                                    <m:t>𝐚</m:t>
                                  </m:r>
                                </m:e>
                              </m:acc>
                            </m:e>
                            <m:sub>
                              <m:r>
                                <a:rPr lang="en-US" altLang="ko-KR" sz="2000" b="0" i="1" smtClean="0">
                                  <a:latin typeface="Cambria Math" panose="02040503050406030204" pitchFamily="18" charset="0"/>
                                </a:rPr>
                                <m:t>3</m:t>
                              </m:r>
                            </m:sub>
                          </m:sSub>
                          <m:r>
                            <a:rPr lang="en-US" altLang="ko-KR" sz="2000" i="1">
                              <a:latin typeface="Cambria Math" panose="02040503050406030204" pitchFamily="18" charset="0"/>
                            </a:rPr>
                            <m:t>=</m:t>
                          </m:r>
                          <m:sSub>
                            <m:sSubPr>
                              <m:ctrlPr>
                                <a:rPr lang="ko-KR" altLang="en-US" sz="20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acc>
                                <m:accPr>
                                  <m:chr m:val="̂"/>
                                  <m:ctrlPr>
                                    <a:rPr lang="ko-KR" altLang="en-US" sz="2000" i="1">
                                      <a:latin typeface="Cambria Math" panose="02040503050406030204" pitchFamily="18" charset="0"/>
                                    </a:rPr>
                                  </m:ctrlPr>
                                </m:accPr>
                                <m:e>
                                  <m:r>
                                    <a:rPr lang="ko-KR" altLang="en-US" sz="2000" i="1">
                                      <a:latin typeface="Cambria Math" panose="02040503050406030204" pitchFamily="18" charset="0"/>
                                    </a:rPr>
                                    <m:t>𝐚</m:t>
                                  </m:r>
                                </m:e>
                              </m:acc>
                            </m:e>
                            <m:sub>
                              <m:r>
                                <a:rPr lang="en-US" altLang="ko-KR" sz="2000" i="1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b>
                          </m:sSub>
                          <m:r>
                            <a:rPr lang="en-US" altLang="ko-KR" sz="2000" i="1">
                              <a:latin typeface="Cambria Math" panose="02040503050406030204" pitchFamily="18" charset="0"/>
                            </a:rPr>
                            <m:t>×</m:t>
                          </m:r>
                          <m:sSub>
                            <m:sSubPr>
                              <m:ctrlPr>
                                <a:rPr lang="ko-KR" altLang="en-US" sz="20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acc>
                                <m:accPr>
                                  <m:chr m:val="̂"/>
                                  <m:ctrlPr>
                                    <a:rPr lang="ko-KR" altLang="en-US" sz="2000" i="1">
                                      <a:latin typeface="Cambria Math" panose="02040503050406030204" pitchFamily="18" charset="0"/>
                                    </a:rPr>
                                  </m:ctrlPr>
                                </m:accPr>
                                <m:e>
                                  <m:r>
                                    <a:rPr lang="ko-KR" altLang="en-US" sz="2000" i="1">
                                      <a:latin typeface="Cambria Math" panose="02040503050406030204" pitchFamily="18" charset="0"/>
                                    </a:rPr>
                                    <m:t>𝐚</m:t>
                                  </m:r>
                                </m:e>
                              </m:acc>
                            </m:e>
                            <m:sub>
                              <m:r>
                                <a:rPr lang="en-US" altLang="ko-KR" sz="2000" b="0" i="1" smtClean="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b>
                          </m:sSub>
                        </m:e>
                      </m:d>
                    </m:oMath>
                  </a14:m>
                  <a:endParaRPr lang="ko-KR" altLang="en-US" sz="2000" dirty="0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</mc:Choice>
          <mc:Fallback xmlns="">
            <p:sp>
              <p:nvSpPr>
                <p:cNvPr id="53" name="직사각형 52">
                  <a:extLst>
                    <a:ext uri="{FF2B5EF4-FFF2-40B4-BE49-F238E27FC236}">
                      <a16:creationId xmlns:a16="http://schemas.microsoft.com/office/drawing/2014/main" id="{42976F15-EA84-9B4D-C9C5-4E7B85B6DF2A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128400" y="6080400"/>
                  <a:ext cx="3028393" cy="430887"/>
                </a:xfrm>
                <a:prstGeom prst="rect">
                  <a:avLst/>
                </a:prstGeom>
                <a:blipFill>
                  <a:blip r:embed="rId8"/>
                  <a:stretch>
                    <a:fillRect l="-2616" t="-8451" r="-2012" b="-28169"/>
                  </a:stretch>
                </a:blipFill>
              </p:spPr>
              <p:txBody>
                <a:bodyPr/>
                <a:lstStyle/>
                <a:p>
                  <a:r>
                    <a:rPr lang="ko-KR" alt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80" name="직사각형 79">
              <a:extLst>
                <a:ext uri="{FF2B5EF4-FFF2-40B4-BE49-F238E27FC236}">
                  <a16:creationId xmlns:a16="http://schemas.microsoft.com/office/drawing/2014/main" id="{5DAC5B14-953E-3115-8DE7-169CC587FF0C}"/>
                </a:ext>
              </a:extLst>
            </p:cNvPr>
            <p:cNvSpPr/>
            <p:nvPr/>
          </p:nvSpPr>
          <p:spPr>
            <a:xfrm>
              <a:off x="7182000" y="5720400"/>
              <a:ext cx="2087431" cy="430887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r>
                <a:rPr lang="en-US" altLang="ko-KR" sz="2200" dirty="0">
                  <a:solidFill>
                    <a:srgbClr val="000000"/>
                  </a:solidFill>
                  <a:latin typeface="Times New Roman" panose="02020603050405020304" pitchFamily="18" charset="0"/>
                </a:rPr>
                <a:t>Residue centroid</a:t>
              </a:r>
              <a:endParaRPr lang="ko-KR" altLang="en-US" sz="2200" dirty="0"/>
            </a:p>
          </p:txBody>
        </p:sp>
        <p:sp>
          <p:nvSpPr>
            <p:cNvPr id="86" name="직사각형 85">
              <a:extLst>
                <a:ext uri="{FF2B5EF4-FFF2-40B4-BE49-F238E27FC236}">
                  <a16:creationId xmlns:a16="http://schemas.microsoft.com/office/drawing/2014/main" id="{F8104EE5-C67A-F8ED-F20E-82C1361FBF6C}"/>
                </a:ext>
              </a:extLst>
            </p:cNvPr>
            <p:cNvSpPr/>
            <p:nvPr/>
          </p:nvSpPr>
          <p:spPr>
            <a:xfrm>
              <a:off x="7182000" y="6080400"/>
              <a:ext cx="843501" cy="430887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r>
                <a:rPr lang="en-US" altLang="ko-KR" sz="2200" dirty="0">
                  <a:solidFill>
                    <a:srgbClr val="000000"/>
                  </a:solidFill>
                  <a:latin typeface="Times New Roman" panose="02020603050405020304" pitchFamily="18" charset="0"/>
                  <a:ea typeface="Times New Roman" panose="02020603050405020304" pitchFamily="18" charset="0"/>
                </a:rPr>
                <a:t>Probe</a:t>
              </a:r>
              <a:endParaRPr lang="ko-KR" altLang="en-US" sz="2200" dirty="0"/>
            </a:p>
          </p:txBody>
        </p:sp>
      </p:grpSp>
    </p:spTree>
    <p:extLst>
      <p:ext uri="{BB962C8B-B14F-4D97-AF65-F5344CB8AC3E}">
        <p14:creationId xmlns:p14="http://schemas.microsoft.com/office/powerpoint/2010/main" val="2492637565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1" name="그룹 10">
            <a:extLst>
              <a:ext uri="{FF2B5EF4-FFF2-40B4-BE49-F238E27FC236}">
                <a16:creationId xmlns:a16="http://schemas.microsoft.com/office/drawing/2014/main" id="{0CB72899-6F2A-5FC8-DF5C-CDC8DDE53844}"/>
              </a:ext>
            </a:extLst>
          </p:cNvPr>
          <p:cNvGrpSpPr/>
          <p:nvPr/>
        </p:nvGrpSpPr>
        <p:grpSpPr>
          <a:xfrm>
            <a:off x="0" y="0"/>
            <a:ext cx="13716014" cy="9144019"/>
            <a:chOff x="0" y="0"/>
            <a:chExt cx="13716014" cy="9144019"/>
          </a:xfrm>
        </p:grpSpPr>
        <p:pic>
          <p:nvPicPr>
            <p:cNvPr id="5" name="그림 4">
              <a:extLst>
                <a:ext uri="{FF2B5EF4-FFF2-40B4-BE49-F238E27FC236}">
                  <a16:creationId xmlns:a16="http://schemas.microsoft.com/office/drawing/2014/main" id="{DC641060-333B-E0CA-A82E-ED161327B5B1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0" y="0"/>
              <a:ext cx="6858014" cy="9144019"/>
            </a:xfrm>
            <a:prstGeom prst="rect">
              <a:avLst/>
            </a:prstGeom>
          </p:spPr>
        </p:pic>
        <p:pic>
          <p:nvPicPr>
            <p:cNvPr id="7" name="그림 6">
              <a:extLst>
                <a:ext uri="{FF2B5EF4-FFF2-40B4-BE49-F238E27FC236}">
                  <a16:creationId xmlns:a16="http://schemas.microsoft.com/office/drawing/2014/main" id="{3B9FA66C-6F02-45E1-B7F5-6ABC803C8839}"/>
                </a:ext>
              </a:extLst>
            </p:cNvPr>
            <p:cNvPicPr>
              <a:picLocks noChangeAspect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/>
          </p:blipFill>
          <p:spPr>
            <a:xfrm>
              <a:off x="6858000" y="0"/>
              <a:ext cx="6858014" cy="9144019"/>
            </a:xfrm>
            <a:prstGeom prst="rect">
              <a:avLst/>
            </a:prstGeom>
          </p:spPr>
        </p:pic>
        <p:sp>
          <p:nvSpPr>
            <p:cNvPr id="8" name="TextBox 7">
              <a:extLst>
                <a:ext uri="{FF2B5EF4-FFF2-40B4-BE49-F238E27FC236}">
                  <a16:creationId xmlns:a16="http://schemas.microsoft.com/office/drawing/2014/main" id="{1AA50E21-09B5-8757-F9B1-5F9D9A5DCD48}"/>
                </a:ext>
              </a:extLst>
            </p:cNvPr>
            <p:cNvSpPr txBox="1"/>
            <p:nvPr/>
          </p:nvSpPr>
          <p:spPr>
            <a:xfrm>
              <a:off x="180000" y="1310300"/>
              <a:ext cx="1080000" cy="64633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altLang="ko-KR" sz="3600" b="1" dirty="0">
                  <a:latin typeface="Times New Roman" panose="02020603050405020304" pitchFamily="18" charset="0"/>
                  <a:cs typeface="Times New Roman" panose="02020603050405020304" pitchFamily="18" charset="0"/>
                </a:rPr>
                <a:t>(a)</a:t>
              </a:r>
              <a:endParaRPr lang="ko-KR" altLang="en-US" sz="3600" b="1" dirty="0"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9" name="TextBox 8">
              <a:extLst>
                <a:ext uri="{FF2B5EF4-FFF2-40B4-BE49-F238E27FC236}">
                  <a16:creationId xmlns:a16="http://schemas.microsoft.com/office/drawing/2014/main" id="{BC7261F2-32E1-6261-CD00-EAD2EEE1571B}"/>
                </a:ext>
              </a:extLst>
            </p:cNvPr>
            <p:cNvSpPr txBox="1"/>
            <p:nvPr/>
          </p:nvSpPr>
          <p:spPr>
            <a:xfrm>
              <a:off x="7038000" y="1310299"/>
              <a:ext cx="1080000" cy="64633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altLang="ko-KR" sz="3600" b="1" dirty="0">
                  <a:latin typeface="Times New Roman" panose="02020603050405020304" pitchFamily="18" charset="0"/>
                  <a:cs typeface="Times New Roman" panose="02020603050405020304" pitchFamily="18" charset="0"/>
                </a:rPr>
                <a:t>(b)</a:t>
              </a:r>
              <a:endParaRPr lang="ko-KR" altLang="en-US" sz="3600" b="1" dirty="0"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4" name="TextBox 13">
                  <a:extLst>
                    <a:ext uri="{FF2B5EF4-FFF2-40B4-BE49-F238E27FC236}">
                      <a16:creationId xmlns:a16="http://schemas.microsoft.com/office/drawing/2014/main" id="{D7B232F6-E0ED-0226-250E-332807A3C965}"/>
                    </a:ext>
                  </a:extLst>
                </p:cNvPr>
                <p:cNvSpPr txBox="1"/>
                <p:nvPr/>
              </p:nvSpPr>
              <p:spPr>
                <a:xfrm>
                  <a:off x="11602013" y="5103749"/>
                  <a:ext cx="1982026" cy="555345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14:m>
                    <m:oMath xmlns:m="http://schemas.openxmlformats.org/officeDocument/2006/math">
                      <m:r>
                        <a:rPr lang="en-US" altLang="ko-KR" sz="280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  <a:cs typeface="Times New Roman" panose="02020603050405020304" pitchFamily="18" charset="0"/>
                        </a:rPr>
                        <m:t>√</m:t>
                      </m:r>
                      <m:r>
                        <a:rPr lang="en-US" altLang="ko-KR" sz="28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  <a:cs typeface="Times New Roman" panose="02020603050405020304" pitchFamily="18" charset="0"/>
                        </a:rPr>
                        <m:t>3</m:t>
                      </m:r>
                    </m:oMath>
                  </a14:m>
                  <a:r>
                    <a:rPr lang="en-US" altLang="ko-KR" sz="2800" i="1" dirty="0">
                      <a:latin typeface="Times New Roman" panose="02020603050405020304" pitchFamily="18" charset="0"/>
                      <a:cs typeface="Times New Roman" panose="02020603050405020304" pitchFamily="18" charset="0"/>
                    </a:rPr>
                    <a:t>s</a:t>
                  </a:r>
                  <a:r>
                    <a:rPr lang="en-US" altLang="ko-KR" sz="2800" b="1" dirty="0">
                      <a:latin typeface="Times New Roman" panose="02020603050405020304" pitchFamily="18" charset="0"/>
                      <a:cs typeface="Times New Roman" panose="02020603050405020304" pitchFamily="18" charset="0"/>
                    </a:rPr>
                    <a:t> </a:t>
                  </a:r>
                  <a14:m>
                    <m:oMath xmlns:m="http://schemas.openxmlformats.org/officeDocument/2006/math">
                      <m:r>
                        <a:rPr lang="en-US" altLang="ko-KR" sz="2800" b="1" i="1" dirty="0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≈</m:t>
                      </m:r>
                    </m:oMath>
                  </a14:m>
                  <a:r>
                    <a:rPr lang="en-US" altLang="ko-KR" sz="2800" b="1" dirty="0">
                      <a:latin typeface="Times New Roman" panose="02020603050405020304" pitchFamily="18" charset="0"/>
                      <a:cs typeface="Times New Roman" panose="02020603050405020304" pitchFamily="18" charset="0"/>
                    </a:rPr>
                    <a:t> 3.9 Å</a:t>
                  </a:r>
                  <a:endParaRPr lang="ko-KR" altLang="en-US" sz="2800" b="1" dirty="0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</mc:Choice>
          <mc:Fallback xmlns="">
            <p:sp>
              <p:nvSpPr>
                <p:cNvPr id="14" name="TextBox 13">
                  <a:extLst>
                    <a:ext uri="{FF2B5EF4-FFF2-40B4-BE49-F238E27FC236}">
                      <a16:creationId xmlns:a16="http://schemas.microsoft.com/office/drawing/2014/main" id="{D7B232F6-E0ED-0226-250E-332807A3C965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1602013" y="5103749"/>
                  <a:ext cx="1982026" cy="555345"/>
                </a:xfrm>
                <a:prstGeom prst="rect">
                  <a:avLst/>
                </a:prstGeom>
                <a:blipFill>
                  <a:blip r:embed="rId4"/>
                  <a:stretch>
                    <a:fillRect t="-4396" r="-6462" b="-30769"/>
                  </a:stretch>
                </a:blipFill>
              </p:spPr>
              <p:txBody>
                <a:bodyPr/>
                <a:lstStyle/>
                <a:p>
                  <a:r>
                    <a:rPr lang="ko-KR" alt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15" name="TextBox 14">
              <a:extLst>
                <a:ext uri="{FF2B5EF4-FFF2-40B4-BE49-F238E27FC236}">
                  <a16:creationId xmlns:a16="http://schemas.microsoft.com/office/drawing/2014/main" id="{D6FB302A-5535-72AC-8BF4-F2E25482668E}"/>
                </a:ext>
              </a:extLst>
            </p:cNvPr>
            <p:cNvSpPr txBox="1"/>
            <p:nvPr/>
          </p:nvSpPr>
          <p:spPr>
            <a:xfrm>
              <a:off x="9487398" y="3000609"/>
              <a:ext cx="456702" cy="52322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altLang="ko-KR" sz="2800" i="1" dirty="0">
                  <a:latin typeface="Times New Roman" panose="02020603050405020304" pitchFamily="18" charset="0"/>
                  <a:cs typeface="Times New Roman" panose="02020603050405020304" pitchFamily="18" charset="0"/>
                </a:rPr>
                <a:t>s</a:t>
              </a:r>
              <a:endParaRPr lang="ko-KR" altLang="en-US" sz="3200" b="1" dirty="0"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16" name="TextBox 15">
              <a:extLst>
                <a:ext uri="{FF2B5EF4-FFF2-40B4-BE49-F238E27FC236}">
                  <a16:creationId xmlns:a16="http://schemas.microsoft.com/office/drawing/2014/main" id="{9ADAAE61-A7A8-3370-3C1E-EB4A1B8FE338}"/>
                </a:ext>
              </a:extLst>
            </p:cNvPr>
            <p:cNvSpPr txBox="1"/>
            <p:nvPr/>
          </p:nvSpPr>
          <p:spPr>
            <a:xfrm>
              <a:off x="9120401" y="4683121"/>
              <a:ext cx="1729828" cy="52322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altLang="ko-KR" sz="2800" i="1" dirty="0">
                  <a:latin typeface="Times New Roman" panose="02020603050405020304" pitchFamily="18" charset="0"/>
                  <a:cs typeface="Times New Roman" panose="02020603050405020304" pitchFamily="18" charset="0"/>
                </a:rPr>
                <a:t>s</a:t>
              </a:r>
              <a:r>
                <a:rPr lang="en-US" altLang="ko-KR" sz="2800" b="1" dirty="0">
                  <a:latin typeface="Times New Roman" panose="02020603050405020304" pitchFamily="18" charset="0"/>
                  <a:cs typeface="Times New Roman" panose="02020603050405020304" pitchFamily="18" charset="0"/>
                </a:rPr>
                <a:t> = 2.25 Å</a:t>
              </a:r>
              <a:endParaRPr lang="ko-KR" altLang="en-US" sz="2800" b="1" dirty="0"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cxnSp>
          <p:nvCxnSpPr>
            <p:cNvPr id="18" name="직선 연결선 17">
              <a:extLst>
                <a:ext uri="{FF2B5EF4-FFF2-40B4-BE49-F238E27FC236}">
                  <a16:creationId xmlns:a16="http://schemas.microsoft.com/office/drawing/2014/main" id="{D4E01AE0-3EDF-21C9-48AD-61230C81E2FB}"/>
                </a:ext>
              </a:extLst>
            </p:cNvPr>
            <p:cNvCxnSpPr>
              <a:cxnSpLocks/>
            </p:cNvCxnSpPr>
            <p:nvPr/>
          </p:nvCxnSpPr>
          <p:spPr>
            <a:xfrm>
              <a:off x="10801350" y="3102114"/>
              <a:ext cx="0" cy="540000"/>
            </a:xfrm>
            <a:prstGeom prst="line">
              <a:avLst/>
            </a:prstGeom>
            <a:ln w="50800"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0" name="직선 연결선 19">
              <a:extLst>
                <a:ext uri="{FF2B5EF4-FFF2-40B4-BE49-F238E27FC236}">
                  <a16:creationId xmlns:a16="http://schemas.microsoft.com/office/drawing/2014/main" id="{5D37D848-40BC-5B01-DD44-E63C56215BCF}"/>
                </a:ext>
              </a:extLst>
            </p:cNvPr>
            <p:cNvCxnSpPr>
              <a:cxnSpLocks/>
            </p:cNvCxnSpPr>
            <p:nvPr/>
          </p:nvCxnSpPr>
          <p:spPr>
            <a:xfrm>
              <a:off x="8489950" y="3044963"/>
              <a:ext cx="0" cy="540000"/>
            </a:xfrm>
            <a:prstGeom prst="line">
              <a:avLst/>
            </a:prstGeom>
            <a:ln w="50800"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2" name="직선 화살표 연결선 21">
              <a:extLst>
                <a:ext uri="{FF2B5EF4-FFF2-40B4-BE49-F238E27FC236}">
                  <a16:creationId xmlns:a16="http://schemas.microsoft.com/office/drawing/2014/main" id="{9910DF9F-FA09-CCD9-E418-87147088F0AA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8489950" y="3314963"/>
              <a:ext cx="501650" cy="0"/>
            </a:xfrm>
            <a:prstGeom prst="straightConnector1">
              <a:avLst/>
            </a:prstGeom>
            <a:ln w="57150">
              <a:solidFill>
                <a:schemeClr val="tx1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3" name="직선 연결선 22">
              <a:extLst>
                <a:ext uri="{FF2B5EF4-FFF2-40B4-BE49-F238E27FC236}">
                  <a16:creationId xmlns:a16="http://schemas.microsoft.com/office/drawing/2014/main" id="{0D175F33-3E82-538C-A283-562DBE970648}"/>
                </a:ext>
              </a:extLst>
            </p:cNvPr>
            <p:cNvCxnSpPr>
              <a:cxnSpLocks/>
            </p:cNvCxnSpPr>
            <p:nvPr/>
          </p:nvCxnSpPr>
          <p:spPr>
            <a:xfrm>
              <a:off x="13112750" y="3184663"/>
              <a:ext cx="0" cy="540000"/>
            </a:xfrm>
            <a:prstGeom prst="line">
              <a:avLst/>
            </a:prstGeom>
            <a:ln w="50800"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8" name="직선 화살표 연결선 27">
              <a:extLst>
                <a:ext uri="{FF2B5EF4-FFF2-40B4-BE49-F238E27FC236}">
                  <a16:creationId xmlns:a16="http://schemas.microsoft.com/office/drawing/2014/main" id="{AFDD00C2-A9F7-8639-0080-FA451531F474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10284646" y="3334014"/>
              <a:ext cx="501650" cy="0"/>
            </a:xfrm>
            <a:prstGeom prst="straightConnector1">
              <a:avLst/>
            </a:prstGeom>
            <a:ln w="57150">
              <a:solidFill>
                <a:schemeClr val="tx1"/>
              </a:solidFill>
              <a:headEnd type="triangle"/>
              <a:tailEnd type="non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9" name="직선 화살표 연결선 28">
              <a:extLst>
                <a:ext uri="{FF2B5EF4-FFF2-40B4-BE49-F238E27FC236}">
                  <a16:creationId xmlns:a16="http://schemas.microsoft.com/office/drawing/2014/main" id="{A56F15BB-54D0-B04C-0B15-A7014795E6B6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10801350" y="3333600"/>
              <a:ext cx="501650" cy="0"/>
            </a:xfrm>
            <a:prstGeom prst="straightConnector1">
              <a:avLst/>
            </a:prstGeom>
            <a:ln w="57150">
              <a:solidFill>
                <a:schemeClr val="tx1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0" name="직선 화살표 연결선 29">
              <a:extLst>
                <a:ext uri="{FF2B5EF4-FFF2-40B4-BE49-F238E27FC236}">
                  <a16:creationId xmlns:a16="http://schemas.microsoft.com/office/drawing/2014/main" id="{EDF4E08B-BE3E-AAA9-4B4D-F225B5FE76BF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12608598" y="3351600"/>
              <a:ext cx="501650" cy="0"/>
            </a:xfrm>
            <a:prstGeom prst="straightConnector1">
              <a:avLst/>
            </a:prstGeom>
            <a:ln w="57150">
              <a:solidFill>
                <a:schemeClr val="tx1"/>
              </a:solidFill>
              <a:headEnd type="triangle"/>
              <a:tailEnd type="non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47" name="타원 46">
              <a:extLst>
                <a:ext uri="{FF2B5EF4-FFF2-40B4-BE49-F238E27FC236}">
                  <a16:creationId xmlns:a16="http://schemas.microsoft.com/office/drawing/2014/main" id="{2510878E-4D53-3544-A2FA-B2D639219E1C}"/>
                </a:ext>
              </a:extLst>
            </p:cNvPr>
            <p:cNvSpPr/>
            <p:nvPr/>
          </p:nvSpPr>
          <p:spPr>
            <a:xfrm>
              <a:off x="5572021" y="7135200"/>
              <a:ext cx="0" cy="0"/>
            </a:xfrm>
            <a:prstGeom prst="ellipse">
              <a:avLst/>
            </a:prstGeom>
            <a:no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48" name="타원 47">
              <a:extLst>
                <a:ext uri="{FF2B5EF4-FFF2-40B4-BE49-F238E27FC236}">
                  <a16:creationId xmlns:a16="http://schemas.microsoft.com/office/drawing/2014/main" id="{6D6E1A84-07F3-D5DF-AF45-A2946B96B56F}"/>
                </a:ext>
              </a:extLst>
            </p:cNvPr>
            <p:cNvSpPr/>
            <p:nvPr/>
          </p:nvSpPr>
          <p:spPr>
            <a:xfrm>
              <a:off x="5453221" y="7146000"/>
              <a:ext cx="0" cy="0"/>
            </a:xfrm>
            <a:prstGeom prst="ellipse">
              <a:avLst/>
            </a:prstGeom>
            <a:no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8" name="TextBox 57">
                  <a:extLst>
                    <a:ext uri="{FF2B5EF4-FFF2-40B4-BE49-F238E27FC236}">
                      <a16:creationId xmlns:a16="http://schemas.microsoft.com/office/drawing/2014/main" id="{D0044E14-28EC-C101-464B-CA857F0588DB}"/>
                    </a:ext>
                  </a:extLst>
                </p:cNvPr>
                <p:cNvSpPr txBox="1"/>
                <p:nvPr/>
              </p:nvSpPr>
              <p:spPr>
                <a:xfrm>
                  <a:off x="3713500" y="3112268"/>
                  <a:ext cx="515256" cy="646331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>
                        <m:sSub>
                          <m:sSubPr>
                            <m:ctrlPr>
                              <a:rPr lang="ko-KR" altLang="en-US" sz="3600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acc>
                              <m:accPr>
                                <m:chr m:val="̂"/>
                                <m:ctrlPr>
                                  <a:rPr lang="ko-KR" altLang="en-US" sz="3600" i="1">
                                    <a:latin typeface="Cambria Math" panose="02040503050406030204" pitchFamily="18" charset="0"/>
                                  </a:rPr>
                                </m:ctrlPr>
                              </m:accPr>
                              <m:e>
                                <m:r>
                                  <a:rPr lang="ko-KR" altLang="en-US" sz="3600" i="1">
                                    <a:latin typeface="Cambria Math" panose="02040503050406030204" pitchFamily="18" charset="0"/>
                                  </a:rPr>
                                  <m:t>𝐚</m:t>
                                </m:r>
                              </m:e>
                            </m:acc>
                          </m:e>
                          <m:sub>
                            <m:r>
                              <a:rPr lang="en-US" altLang="ko-KR" sz="3600" i="1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</m:oMath>
                    </m:oMathPara>
                  </a14:m>
                  <a:endParaRPr lang="ko-KR" altLang="en-US" sz="3200" dirty="0"/>
                </a:p>
              </p:txBody>
            </p:sp>
          </mc:Choice>
          <mc:Fallback xmlns="">
            <p:sp>
              <p:nvSpPr>
                <p:cNvPr id="58" name="TextBox 57">
                  <a:extLst>
                    <a:ext uri="{FF2B5EF4-FFF2-40B4-BE49-F238E27FC236}">
                      <a16:creationId xmlns:a16="http://schemas.microsoft.com/office/drawing/2014/main" id="{D0044E14-28EC-C101-464B-CA857F0588DB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713500" y="3112268"/>
                  <a:ext cx="515256" cy="646331"/>
                </a:xfrm>
                <a:prstGeom prst="rect">
                  <a:avLst/>
                </a:prstGeom>
                <a:blipFill>
                  <a:blip r:embed="rId5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ko-KR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9" name="TextBox 58">
                  <a:extLst>
                    <a:ext uri="{FF2B5EF4-FFF2-40B4-BE49-F238E27FC236}">
                      <a16:creationId xmlns:a16="http://schemas.microsoft.com/office/drawing/2014/main" id="{07860BD1-78FC-AD8E-5954-9B01B128DD32}"/>
                    </a:ext>
                  </a:extLst>
                </p:cNvPr>
                <p:cNvSpPr txBox="1"/>
                <p:nvPr/>
              </p:nvSpPr>
              <p:spPr>
                <a:xfrm>
                  <a:off x="6189637" y="5602541"/>
                  <a:ext cx="515256" cy="646331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>
                        <m:sSub>
                          <m:sSubPr>
                            <m:ctrlPr>
                              <a:rPr lang="ko-KR" altLang="en-US" sz="3600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acc>
                              <m:accPr>
                                <m:chr m:val="̂"/>
                                <m:ctrlPr>
                                  <a:rPr lang="ko-KR" altLang="en-US" sz="3600" i="1">
                                    <a:latin typeface="Cambria Math" panose="02040503050406030204" pitchFamily="18" charset="0"/>
                                  </a:rPr>
                                </m:ctrlPr>
                              </m:accPr>
                              <m:e>
                                <m:r>
                                  <a:rPr lang="ko-KR" altLang="en-US" sz="3600" i="1">
                                    <a:latin typeface="Cambria Math" panose="02040503050406030204" pitchFamily="18" charset="0"/>
                                  </a:rPr>
                                  <m:t>𝐚</m:t>
                                </m:r>
                              </m:e>
                            </m:acc>
                          </m:e>
                          <m:sub>
                            <m:r>
                              <a:rPr lang="en-US" altLang="ko-KR" sz="3600" b="0" i="1" smtClean="0">
                                <a:latin typeface="Cambria Math" panose="02040503050406030204" pitchFamily="18" charset="0"/>
                              </a:rPr>
                              <m:t>2</m:t>
                            </m:r>
                          </m:sub>
                        </m:sSub>
                      </m:oMath>
                    </m:oMathPara>
                  </a14:m>
                  <a:endParaRPr lang="ko-KR" altLang="en-US" sz="3200" dirty="0"/>
                </a:p>
              </p:txBody>
            </p:sp>
          </mc:Choice>
          <mc:Fallback xmlns="">
            <p:sp>
              <p:nvSpPr>
                <p:cNvPr id="59" name="TextBox 58">
                  <a:extLst>
                    <a:ext uri="{FF2B5EF4-FFF2-40B4-BE49-F238E27FC236}">
                      <a16:creationId xmlns:a16="http://schemas.microsoft.com/office/drawing/2014/main" id="{07860BD1-78FC-AD8E-5954-9B01B128DD32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189637" y="5602541"/>
                  <a:ext cx="515256" cy="646331"/>
                </a:xfrm>
                <a:prstGeom prst="rect">
                  <a:avLst/>
                </a:prstGeom>
                <a:blipFill>
                  <a:blip r:embed="rId6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ko-KR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60" name="TextBox 59">
                  <a:extLst>
                    <a:ext uri="{FF2B5EF4-FFF2-40B4-BE49-F238E27FC236}">
                      <a16:creationId xmlns:a16="http://schemas.microsoft.com/office/drawing/2014/main" id="{9A8D3AFF-3CFF-3C88-6E7E-5108E7AD9B9C}"/>
                    </a:ext>
                  </a:extLst>
                </p:cNvPr>
                <p:cNvSpPr txBox="1"/>
                <p:nvPr/>
              </p:nvSpPr>
              <p:spPr>
                <a:xfrm>
                  <a:off x="4228756" y="4707888"/>
                  <a:ext cx="515256" cy="646331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>
                        <m:sSub>
                          <m:sSubPr>
                            <m:ctrlPr>
                              <a:rPr lang="ko-KR" altLang="en-US" sz="3600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acc>
                              <m:accPr>
                                <m:chr m:val="̂"/>
                                <m:ctrlPr>
                                  <a:rPr lang="ko-KR" altLang="en-US" sz="3600" i="1">
                                    <a:latin typeface="Cambria Math" panose="02040503050406030204" pitchFamily="18" charset="0"/>
                                  </a:rPr>
                                </m:ctrlPr>
                              </m:accPr>
                              <m:e>
                                <m:r>
                                  <a:rPr lang="ko-KR" altLang="en-US" sz="3600" i="1">
                                    <a:latin typeface="Cambria Math" panose="02040503050406030204" pitchFamily="18" charset="0"/>
                                  </a:rPr>
                                  <m:t>𝐚</m:t>
                                </m:r>
                              </m:e>
                            </m:acc>
                          </m:e>
                          <m:sub>
                            <m:r>
                              <a:rPr lang="en-US" altLang="ko-KR" sz="3600" b="0" i="1" smtClean="0">
                                <a:latin typeface="Cambria Math" panose="02040503050406030204" pitchFamily="18" charset="0"/>
                              </a:rPr>
                              <m:t>3</m:t>
                            </m:r>
                          </m:sub>
                        </m:sSub>
                      </m:oMath>
                    </m:oMathPara>
                  </a14:m>
                  <a:endParaRPr lang="ko-KR" altLang="en-US" sz="3200" dirty="0"/>
                </a:p>
              </p:txBody>
            </p:sp>
          </mc:Choice>
          <mc:Fallback xmlns="">
            <p:sp>
              <p:nvSpPr>
                <p:cNvPr id="60" name="TextBox 59">
                  <a:extLst>
                    <a:ext uri="{FF2B5EF4-FFF2-40B4-BE49-F238E27FC236}">
                      <a16:creationId xmlns:a16="http://schemas.microsoft.com/office/drawing/2014/main" id="{9A8D3AFF-3CFF-3C88-6E7E-5108E7AD9B9C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228756" y="4707888"/>
                  <a:ext cx="515256" cy="646331"/>
                </a:xfrm>
                <a:prstGeom prst="rect">
                  <a:avLst/>
                </a:prstGeom>
                <a:blipFill>
                  <a:blip r:embed="rId7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ko-KR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63" name="TextBox 62">
                  <a:extLst>
                    <a:ext uri="{FF2B5EF4-FFF2-40B4-BE49-F238E27FC236}">
                      <a16:creationId xmlns:a16="http://schemas.microsoft.com/office/drawing/2014/main" id="{F5DBF5A0-E291-5981-4987-650F83EB9908}"/>
                    </a:ext>
                  </a:extLst>
                </p:cNvPr>
                <p:cNvSpPr txBox="1"/>
                <p:nvPr/>
              </p:nvSpPr>
              <p:spPr>
                <a:xfrm>
                  <a:off x="2837615" y="5368209"/>
                  <a:ext cx="360000" cy="646331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>
                        <m:acc>
                          <m:accPr>
                            <m:chr m:val="̂"/>
                            <m:ctrlPr>
                              <a:rPr lang="en-US" altLang="ko-KR" sz="3600" i="1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en-US" altLang="ko-KR" sz="3600" i="1">
                                <a:latin typeface="Cambria Math" panose="02040503050406030204" pitchFamily="18" charset="0"/>
                              </a:rPr>
                              <m:t>𝐜</m:t>
                            </m:r>
                          </m:e>
                        </m:acc>
                      </m:oMath>
                    </m:oMathPara>
                  </a14:m>
                  <a:endParaRPr lang="ko-KR" altLang="en-US" sz="3200" dirty="0"/>
                </a:p>
              </p:txBody>
            </p:sp>
          </mc:Choice>
          <mc:Fallback xmlns="">
            <p:sp>
              <p:nvSpPr>
                <p:cNvPr id="63" name="TextBox 62">
                  <a:extLst>
                    <a:ext uri="{FF2B5EF4-FFF2-40B4-BE49-F238E27FC236}">
                      <a16:creationId xmlns:a16="http://schemas.microsoft.com/office/drawing/2014/main" id="{F5DBF5A0-E291-5981-4987-650F83EB9908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2837615" y="5368209"/>
                  <a:ext cx="360000" cy="646331"/>
                </a:xfrm>
                <a:prstGeom prst="rect">
                  <a:avLst/>
                </a:prstGeom>
                <a:blipFill>
                  <a:blip r:embed="rId8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ko-KR" alt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64" name="직사각형 63">
              <a:extLst>
                <a:ext uri="{FF2B5EF4-FFF2-40B4-BE49-F238E27FC236}">
                  <a16:creationId xmlns:a16="http://schemas.microsoft.com/office/drawing/2014/main" id="{6AEC7435-6F08-E6AA-C678-49D41D69243E}"/>
                </a:ext>
              </a:extLst>
            </p:cNvPr>
            <p:cNvSpPr/>
            <p:nvPr/>
          </p:nvSpPr>
          <p:spPr>
            <a:xfrm>
              <a:off x="2412692" y="7777666"/>
              <a:ext cx="6790642" cy="523220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r>
                <a:rPr lang="en-US" altLang="ko-KR" sz="2800" dirty="0">
                  <a:solidFill>
                    <a:srgbClr val="000000"/>
                  </a:solidFill>
                  <a:latin typeface="Times New Roman" panose="02020603050405020304" pitchFamily="18" charset="0"/>
                  <a:ea typeface="Times New Roman" panose="02020603050405020304" pitchFamily="18" charset="0"/>
                </a:rPr>
                <a:t>Centroid of the bonded heavy-atom neighbors</a:t>
              </a:r>
              <a:endParaRPr lang="ko-KR" altLang="en-US" sz="2800" dirty="0"/>
            </a:p>
          </p:txBody>
        </p:sp>
        <p:sp>
          <p:nvSpPr>
            <p:cNvPr id="65" name="타원 64">
              <a:extLst>
                <a:ext uri="{FF2B5EF4-FFF2-40B4-BE49-F238E27FC236}">
                  <a16:creationId xmlns:a16="http://schemas.microsoft.com/office/drawing/2014/main" id="{D7B720D0-9B4B-97DC-5676-5775ADB790D5}"/>
                </a:ext>
              </a:extLst>
            </p:cNvPr>
            <p:cNvSpPr/>
            <p:nvPr/>
          </p:nvSpPr>
          <p:spPr>
            <a:xfrm>
              <a:off x="1903678" y="7837900"/>
              <a:ext cx="432000" cy="432000"/>
            </a:xfrm>
            <a:prstGeom prst="ellipse">
              <a:avLst/>
            </a:prstGeom>
            <a:solidFill>
              <a:srgbClr val="FF00FF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68" name="타원 67">
              <a:extLst>
                <a:ext uri="{FF2B5EF4-FFF2-40B4-BE49-F238E27FC236}">
                  <a16:creationId xmlns:a16="http://schemas.microsoft.com/office/drawing/2014/main" id="{099D831B-FEE7-03CA-B3D6-48B8BB621C8B}"/>
                </a:ext>
              </a:extLst>
            </p:cNvPr>
            <p:cNvSpPr/>
            <p:nvPr/>
          </p:nvSpPr>
          <p:spPr>
            <a:xfrm>
              <a:off x="1907541" y="8490959"/>
              <a:ext cx="432000" cy="432000"/>
            </a:xfrm>
            <a:prstGeom prst="ellipse">
              <a:avLst/>
            </a:prstGeom>
            <a:solidFill>
              <a:schemeClr val="bg1">
                <a:lumMod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69" name="직사각형 68">
              <a:extLst>
                <a:ext uri="{FF2B5EF4-FFF2-40B4-BE49-F238E27FC236}">
                  <a16:creationId xmlns:a16="http://schemas.microsoft.com/office/drawing/2014/main" id="{77C24DD9-F0C8-268B-FB36-8E484D65FD59}"/>
                </a:ext>
              </a:extLst>
            </p:cNvPr>
            <p:cNvSpPr/>
            <p:nvPr/>
          </p:nvSpPr>
          <p:spPr>
            <a:xfrm>
              <a:off x="2412692" y="8436697"/>
              <a:ext cx="2603598" cy="523220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r>
                <a:rPr lang="en-US" altLang="ko-KR" sz="2800" dirty="0">
                  <a:solidFill>
                    <a:srgbClr val="000000"/>
                  </a:solidFill>
                  <a:latin typeface="Times New Roman" panose="02020603050405020304" pitchFamily="18" charset="0"/>
                </a:rPr>
                <a:t>Residue centroid</a:t>
              </a:r>
              <a:endParaRPr lang="ko-KR" altLang="en-US" sz="2800" dirty="0"/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72" name="TextBox 71">
                  <a:extLst>
                    <a:ext uri="{FF2B5EF4-FFF2-40B4-BE49-F238E27FC236}">
                      <a16:creationId xmlns:a16="http://schemas.microsoft.com/office/drawing/2014/main" id="{7CB08E7E-6986-863E-3147-C718A6A3C08F}"/>
                    </a:ext>
                  </a:extLst>
                </p:cNvPr>
                <p:cNvSpPr txBox="1"/>
                <p:nvPr/>
              </p:nvSpPr>
              <p:spPr>
                <a:xfrm>
                  <a:off x="12808623" y="2141830"/>
                  <a:ext cx="651865" cy="771045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>
                        <m:sSubSup>
                          <m:sSubSupPr>
                            <m:ctrlPr>
                              <a:rPr lang="ko-KR" altLang="en-US" sz="2800" b="1">
                                <a:latin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a:rPr lang="ko-KR" altLang="en-US" sz="2800" b="1">
                                <a:latin typeface="Cambria Math" panose="02040503050406030204" pitchFamily="18" charset="0"/>
                              </a:rPr>
                              <m:t>𝐫</m:t>
                            </m:r>
                          </m:e>
                          <m:sub>
                            <m:r>
                              <m:rPr>
                                <m:nor/>
                              </m:rPr>
                              <a:rPr lang="ko-KR" altLang="en-US" sz="2800" b="0" i="0">
                                <a:latin typeface="Cambria Math" panose="02040503050406030204" pitchFamily="18" charset="0"/>
                              </a:rPr>
                              <m:t>prb</m:t>
                            </m:r>
                          </m:sub>
                          <m:sup>
                            <m:r>
                              <a:rPr lang="ko-KR" altLang="en-US" sz="2800" b="0" i="0">
                                <a:latin typeface="Cambria Math" panose="02040503050406030204" pitchFamily="18" charset="0"/>
                              </a:rPr>
                              <m:t>(</m:t>
                            </m:r>
                            <m:r>
                              <a:rPr lang="en-US" altLang="ko-KR" sz="2800" b="0" i="0" smtClean="0">
                                <a:latin typeface="Cambria Math" panose="02040503050406030204" pitchFamily="18" charset="0"/>
                              </a:rPr>
                              <m:t>0</m:t>
                            </m:r>
                            <m:r>
                              <a:rPr lang="ko-KR" altLang="en-US" sz="2800" b="0" i="0" smtClean="0">
                                <a:latin typeface="Cambria Math" panose="02040503050406030204" pitchFamily="18" charset="0"/>
                              </a:rPr>
                              <m:t>,</m:t>
                            </m:r>
                            <m:r>
                              <a:rPr lang="en-US" altLang="ko-KR" sz="2800" b="0" i="0" smtClean="0">
                                <a:latin typeface="Cambria Math" panose="02040503050406030204" pitchFamily="18" charset="0"/>
                              </a:rPr>
                              <m:t>0</m:t>
                            </m:r>
                            <m:r>
                              <a:rPr lang="ko-KR" altLang="en-US" sz="2800" b="0" i="0">
                                <a:latin typeface="Cambria Math" panose="02040503050406030204" pitchFamily="18" charset="0"/>
                              </a:rPr>
                              <m:t>)</m:t>
                            </m:r>
                          </m:sup>
                        </m:sSubSup>
                      </m:oMath>
                    </m:oMathPara>
                  </a14:m>
                  <a:endParaRPr lang="ko-KR" altLang="en-US" sz="2800" dirty="0"/>
                </a:p>
              </p:txBody>
            </p:sp>
          </mc:Choice>
          <mc:Fallback xmlns="">
            <p:sp>
              <p:nvSpPr>
                <p:cNvPr id="72" name="TextBox 71">
                  <a:extLst>
                    <a:ext uri="{FF2B5EF4-FFF2-40B4-BE49-F238E27FC236}">
                      <a16:creationId xmlns:a16="http://schemas.microsoft.com/office/drawing/2014/main" id="{7CB08E7E-6986-863E-3147-C718A6A3C08F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2808623" y="2141830"/>
                  <a:ext cx="651865" cy="771045"/>
                </a:xfrm>
                <a:prstGeom prst="rect">
                  <a:avLst/>
                </a:prstGeom>
                <a:blipFill>
                  <a:blip r:embed="rId9"/>
                  <a:stretch>
                    <a:fillRect r="-28037"/>
                  </a:stretch>
                </a:blipFill>
              </p:spPr>
              <p:txBody>
                <a:bodyPr/>
                <a:lstStyle/>
                <a:p>
                  <a:r>
                    <a:rPr lang="ko-KR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73" name="TextBox 72">
                  <a:extLst>
                    <a:ext uri="{FF2B5EF4-FFF2-40B4-BE49-F238E27FC236}">
                      <a16:creationId xmlns:a16="http://schemas.microsoft.com/office/drawing/2014/main" id="{EDA919AB-8CAC-9EC8-0D73-52E68713EC82}"/>
                    </a:ext>
                  </a:extLst>
                </p:cNvPr>
                <p:cNvSpPr txBox="1"/>
                <p:nvPr/>
              </p:nvSpPr>
              <p:spPr>
                <a:xfrm>
                  <a:off x="8294986" y="1952870"/>
                  <a:ext cx="651865" cy="771045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>
                        <m:sSubSup>
                          <m:sSubSupPr>
                            <m:ctrlPr>
                              <a:rPr lang="ko-KR" altLang="en-US" sz="2800" b="1">
                                <a:latin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a:rPr lang="ko-KR" altLang="en-US" sz="2800" b="1">
                                <a:latin typeface="Cambria Math" panose="02040503050406030204" pitchFamily="18" charset="0"/>
                              </a:rPr>
                              <m:t>𝐫</m:t>
                            </m:r>
                          </m:e>
                          <m:sub>
                            <m:r>
                              <m:rPr>
                                <m:nor/>
                              </m:rPr>
                              <a:rPr lang="ko-KR" altLang="en-US" sz="2800" b="0" i="0">
                                <a:latin typeface="Cambria Math" panose="02040503050406030204" pitchFamily="18" charset="0"/>
                              </a:rPr>
                              <m:t>prb</m:t>
                            </m:r>
                          </m:sub>
                          <m:sup>
                            <m:r>
                              <a:rPr lang="ko-KR" altLang="en-US" sz="2800" b="0" i="0">
                                <a:latin typeface="Cambria Math" panose="02040503050406030204" pitchFamily="18" charset="0"/>
                              </a:rPr>
                              <m:t>(</m:t>
                            </m:r>
                            <m:r>
                              <a:rPr lang="en-US" altLang="ko-KR" sz="2800" b="0" i="0" smtClean="0">
                                <a:latin typeface="Cambria Math" panose="02040503050406030204" pitchFamily="18" charset="0"/>
                              </a:rPr>
                              <m:t>1</m:t>
                            </m:r>
                            <m:r>
                              <a:rPr lang="ko-KR" altLang="en-US" sz="2800" b="0" i="0" smtClean="0">
                                <a:latin typeface="Cambria Math" panose="02040503050406030204" pitchFamily="18" charset="0"/>
                              </a:rPr>
                              <m:t>,</m:t>
                            </m:r>
                            <m:r>
                              <a:rPr lang="en-US" altLang="ko-KR" sz="2800" b="0" i="0" smtClean="0">
                                <a:latin typeface="Cambria Math" panose="02040503050406030204" pitchFamily="18" charset="0"/>
                              </a:rPr>
                              <m:t>0</m:t>
                            </m:r>
                            <m:r>
                              <a:rPr lang="ko-KR" altLang="en-US" sz="2800" b="0" i="0">
                                <a:latin typeface="Cambria Math" panose="02040503050406030204" pitchFamily="18" charset="0"/>
                              </a:rPr>
                              <m:t>)</m:t>
                            </m:r>
                          </m:sup>
                        </m:sSubSup>
                      </m:oMath>
                    </m:oMathPara>
                  </a14:m>
                  <a:endParaRPr lang="ko-KR" altLang="en-US" sz="2800" dirty="0"/>
                </a:p>
              </p:txBody>
            </p:sp>
          </mc:Choice>
          <mc:Fallback xmlns="">
            <p:sp>
              <p:nvSpPr>
                <p:cNvPr id="73" name="TextBox 72">
                  <a:extLst>
                    <a:ext uri="{FF2B5EF4-FFF2-40B4-BE49-F238E27FC236}">
                      <a16:creationId xmlns:a16="http://schemas.microsoft.com/office/drawing/2014/main" id="{EDA919AB-8CAC-9EC8-0D73-52E68713EC82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8294986" y="1952870"/>
                  <a:ext cx="651865" cy="771045"/>
                </a:xfrm>
                <a:prstGeom prst="rect">
                  <a:avLst/>
                </a:prstGeom>
                <a:blipFill>
                  <a:blip r:embed="rId10"/>
                  <a:stretch>
                    <a:fillRect r="-27103"/>
                  </a:stretch>
                </a:blipFill>
              </p:spPr>
              <p:txBody>
                <a:bodyPr/>
                <a:lstStyle/>
                <a:p>
                  <a:r>
                    <a:rPr lang="ko-KR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74" name="TextBox 73">
                  <a:extLst>
                    <a:ext uri="{FF2B5EF4-FFF2-40B4-BE49-F238E27FC236}">
                      <a16:creationId xmlns:a16="http://schemas.microsoft.com/office/drawing/2014/main" id="{4F592B9B-DCC6-6CBE-47B2-8447F08D48B8}"/>
                    </a:ext>
                  </a:extLst>
                </p:cNvPr>
                <p:cNvSpPr txBox="1"/>
                <p:nvPr/>
              </p:nvSpPr>
              <p:spPr>
                <a:xfrm>
                  <a:off x="7085616" y="3771299"/>
                  <a:ext cx="651865" cy="771045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>
                        <m:sSubSup>
                          <m:sSubSupPr>
                            <m:ctrlPr>
                              <a:rPr lang="ko-KR" altLang="en-US" sz="2800" b="1">
                                <a:latin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a:rPr lang="ko-KR" altLang="en-US" sz="2800" b="1">
                                <a:latin typeface="Cambria Math" panose="02040503050406030204" pitchFamily="18" charset="0"/>
                              </a:rPr>
                              <m:t>𝐫</m:t>
                            </m:r>
                          </m:e>
                          <m:sub>
                            <m:r>
                              <m:rPr>
                                <m:nor/>
                              </m:rPr>
                              <a:rPr lang="ko-KR" altLang="en-US" sz="2800" b="0" i="0">
                                <a:latin typeface="Cambria Math" panose="02040503050406030204" pitchFamily="18" charset="0"/>
                              </a:rPr>
                              <m:t>prb</m:t>
                            </m:r>
                          </m:sub>
                          <m:sup>
                            <m:r>
                              <a:rPr lang="ko-KR" altLang="en-US" sz="2800" b="0" i="0">
                                <a:latin typeface="Cambria Math" panose="02040503050406030204" pitchFamily="18" charset="0"/>
                              </a:rPr>
                              <m:t>(</m:t>
                            </m:r>
                            <m:r>
                              <a:rPr lang="en-US" altLang="ko-KR" sz="2800" b="0" i="0" smtClean="0">
                                <a:latin typeface="Cambria Math" panose="02040503050406030204" pitchFamily="18" charset="0"/>
                              </a:rPr>
                              <m:t>1</m:t>
                            </m:r>
                            <m:r>
                              <a:rPr lang="ko-KR" altLang="en-US" sz="2800" b="0" i="0" smtClean="0">
                                <a:latin typeface="Cambria Math" panose="02040503050406030204" pitchFamily="18" charset="0"/>
                              </a:rPr>
                              <m:t>,</m:t>
                            </m:r>
                            <m:r>
                              <a:rPr lang="en-US" altLang="ko-KR" sz="2800" b="0" i="0" smtClean="0">
                                <a:latin typeface="Cambria Math" panose="02040503050406030204" pitchFamily="18" charset="0"/>
                              </a:rPr>
                              <m:t>1</m:t>
                            </m:r>
                            <m:r>
                              <a:rPr lang="ko-KR" altLang="en-US" sz="2800" b="0" i="0">
                                <a:latin typeface="Cambria Math" panose="02040503050406030204" pitchFamily="18" charset="0"/>
                              </a:rPr>
                              <m:t>)</m:t>
                            </m:r>
                          </m:sup>
                        </m:sSubSup>
                      </m:oMath>
                    </m:oMathPara>
                  </a14:m>
                  <a:endParaRPr lang="ko-KR" altLang="en-US" sz="2800" dirty="0"/>
                </a:p>
              </p:txBody>
            </p:sp>
          </mc:Choice>
          <mc:Fallback xmlns="">
            <p:sp>
              <p:nvSpPr>
                <p:cNvPr id="74" name="TextBox 73">
                  <a:extLst>
                    <a:ext uri="{FF2B5EF4-FFF2-40B4-BE49-F238E27FC236}">
                      <a16:creationId xmlns:a16="http://schemas.microsoft.com/office/drawing/2014/main" id="{4F592B9B-DCC6-6CBE-47B2-8447F08D48B8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7085616" y="3771299"/>
                  <a:ext cx="651865" cy="771045"/>
                </a:xfrm>
                <a:prstGeom prst="rect">
                  <a:avLst/>
                </a:prstGeom>
                <a:blipFill>
                  <a:blip r:embed="rId11"/>
                  <a:stretch>
                    <a:fillRect r="-28037"/>
                  </a:stretch>
                </a:blipFill>
              </p:spPr>
              <p:txBody>
                <a:bodyPr/>
                <a:lstStyle/>
                <a:p>
                  <a:r>
                    <a:rPr lang="ko-KR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75" name="TextBox 74">
                  <a:extLst>
                    <a:ext uri="{FF2B5EF4-FFF2-40B4-BE49-F238E27FC236}">
                      <a16:creationId xmlns:a16="http://schemas.microsoft.com/office/drawing/2014/main" id="{129ECB92-840B-403F-0180-71F045BDC19A}"/>
                    </a:ext>
                  </a:extLst>
                </p:cNvPr>
                <p:cNvSpPr txBox="1"/>
                <p:nvPr/>
              </p:nvSpPr>
              <p:spPr>
                <a:xfrm>
                  <a:off x="12784315" y="4301419"/>
                  <a:ext cx="651865" cy="771045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>
                        <m:sSubSup>
                          <m:sSubSupPr>
                            <m:ctrlPr>
                              <a:rPr lang="ko-KR" altLang="en-US" sz="2800" b="1">
                                <a:latin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a:rPr lang="ko-KR" altLang="en-US" sz="2800" b="1">
                                <a:latin typeface="Cambria Math" panose="02040503050406030204" pitchFamily="18" charset="0"/>
                              </a:rPr>
                              <m:t>𝐫</m:t>
                            </m:r>
                          </m:e>
                          <m:sub>
                            <m:r>
                              <m:rPr>
                                <m:nor/>
                              </m:rPr>
                              <a:rPr lang="ko-KR" altLang="en-US" sz="2800" b="0" i="0">
                                <a:latin typeface="Cambria Math" panose="02040503050406030204" pitchFamily="18" charset="0"/>
                              </a:rPr>
                              <m:t>prb</m:t>
                            </m:r>
                          </m:sub>
                          <m:sup>
                            <m:r>
                              <a:rPr lang="ko-KR" altLang="en-US" sz="2800" b="0" i="0">
                                <a:latin typeface="Cambria Math" panose="02040503050406030204" pitchFamily="18" charset="0"/>
                              </a:rPr>
                              <m:t>(</m:t>
                            </m:r>
                            <m:r>
                              <a:rPr lang="en-US" altLang="ko-KR" sz="2800" b="0" i="0" smtClean="0">
                                <a:latin typeface="Cambria Math" panose="02040503050406030204" pitchFamily="18" charset="0"/>
                              </a:rPr>
                              <m:t>0</m:t>
                            </m:r>
                            <m:r>
                              <a:rPr lang="ko-KR" altLang="en-US" sz="2800" b="0" i="0" smtClean="0">
                                <a:latin typeface="Cambria Math" panose="02040503050406030204" pitchFamily="18" charset="0"/>
                              </a:rPr>
                              <m:t>,</m:t>
                            </m:r>
                            <m:r>
                              <a:rPr lang="en-US" altLang="ko-KR" sz="2800" b="0" i="0" smtClean="0">
                                <a:latin typeface="Cambria Math" panose="02040503050406030204" pitchFamily="18" charset="0"/>
                              </a:rPr>
                              <m:t>1</m:t>
                            </m:r>
                            <m:r>
                              <a:rPr lang="ko-KR" altLang="en-US" sz="2800" b="0" i="0">
                                <a:latin typeface="Cambria Math" panose="02040503050406030204" pitchFamily="18" charset="0"/>
                              </a:rPr>
                              <m:t>)</m:t>
                            </m:r>
                          </m:sup>
                        </m:sSubSup>
                      </m:oMath>
                    </m:oMathPara>
                  </a14:m>
                  <a:endParaRPr lang="ko-KR" altLang="en-US" sz="2800" dirty="0"/>
                </a:p>
              </p:txBody>
            </p:sp>
          </mc:Choice>
          <mc:Fallback xmlns="">
            <p:sp>
              <p:nvSpPr>
                <p:cNvPr id="75" name="TextBox 74">
                  <a:extLst>
                    <a:ext uri="{FF2B5EF4-FFF2-40B4-BE49-F238E27FC236}">
                      <a16:creationId xmlns:a16="http://schemas.microsoft.com/office/drawing/2014/main" id="{129ECB92-840B-403F-0180-71F045BDC19A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2784315" y="4301419"/>
                  <a:ext cx="651865" cy="771045"/>
                </a:xfrm>
                <a:prstGeom prst="rect">
                  <a:avLst/>
                </a:prstGeom>
                <a:blipFill>
                  <a:blip r:embed="rId12"/>
                  <a:stretch>
                    <a:fillRect r="-28037"/>
                  </a:stretch>
                </a:blipFill>
              </p:spPr>
              <p:txBody>
                <a:bodyPr/>
                <a:lstStyle/>
                <a:p>
                  <a:r>
                    <a:rPr lang="ko-KR" alt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2" name="TextBox 1">
              <a:extLst>
                <a:ext uri="{FF2B5EF4-FFF2-40B4-BE49-F238E27FC236}">
                  <a16:creationId xmlns:a16="http://schemas.microsoft.com/office/drawing/2014/main" id="{B012A904-11C1-4AFF-FC44-BC7DDC9841B6}"/>
                </a:ext>
              </a:extLst>
            </p:cNvPr>
            <p:cNvSpPr txBox="1"/>
            <p:nvPr/>
          </p:nvSpPr>
          <p:spPr>
            <a:xfrm>
              <a:off x="11825025" y="3028425"/>
              <a:ext cx="456702" cy="52322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altLang="ko-KR" sz="2800" i="1" dirty="0">
                  <a:latin typeface="Times New Roman" panose="02020603050405020304" pitchFamily="18" charset="0"/>
                  <a:cs typeface="Times New Roman" panose="02020603050405020304" pitchFamily="18" charset="0"/>
                </a:rPr>
                <a:t>s</a:t>
              </a:r>
              <a:endParaRPr lang="ko-KR" altLang="en-US" sz="2800" b="1" dirty="0"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4" name="TextBox 3">
              <a:extLst>
                <a:ext uri="{FF2B5EF4-FFF2-40B4-BE49-F238E27FC236}">
                  <a16:creationId xmlns:a16="http://schemas.microsoft.com/office/drawing/2014/main" id="{0E01C4EE-EA64-2339-908F-944CBBE1D43E}"/>
                </a:ext>
              </a:extLst>
            </p:cNvPr>
            <p:cNvSpPr txBox="1"/>
            <p:nvPr/>
          </p:nvSpPr>
          <p:spPr>
            <a:xfrm>
              <a:off x="10182883" y="2521743"/>
              <a:ext cx="2168840" cy="52322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altLang="ko-KR" sz="2800" dirty="0">
                  <a:latin typeface="Times New Roman" panose="02020603050405020304" pitchFamily="18" charset="0"/>
                  <a:cs typeface="Times New Roman" panose="02020603050405020304" pitchFamily="18" charset="0"/>
                </a:rPr>
                <a:t>2</a:t>
              </a:r>
              <a:r>
                <a:rPr lang="en-US" altLang="ko-KR" sz="2800" i="1" dirty="0">
                  <a:latin typeface="Times New Roman" panose="02020603050405020304" pitchFamily="18" charset="0"/>
                  <a:cs typeface="Times New Roman" panose="02020603050405020304" pitchFamily="18" charset="0"/>
                </a:rPr>
                <a:t>s</a:t>
              </a:r>
              <a:r>
                <a:rPr lang="en-US" altLang="ko-KR" sz="2800" b="1" dirty="0">
                  <a:latin typeface="Times New Roman" panose="02020603050405020304" pitchFamily="18" charset="0"/>
                  <a:cs typeface="Times New Roman" panose="02020603050405020304" pitchFamily="18" charset="0"/>
                </a:rPr>
                <a:t> = 4.5 Å</a:t>
              </a:r>
              <a:endParaRPr lang="ko-KR" altLang="en-US" sz="2800" b="1" dirty="0"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3" name="타원 2">
              <a:extLst>
                <a:ext uri="{FF2B5EF4-FFF2-40B4-BE49-F238E27FC236}">
                  <a16:creationId xmlns:a16="http://schemas.microsoft.com/office/drawing/2014/main" id="{8DC5DE0F-4B55-A1E8-0DE7-5BF85A1886B2}"/>
                </a:ext>
              </a:extLst>
            </p:cNvPr>
            <p:cNvSpPr/>
            <p:nvPr/>
          </p:nvSpPr>
          <p:spPr>
            <a:xfrm>
              <a:off x="9944100" y="7831928"/>
              <a:ext cx="432000" cy="432000"/>
            </a:xfrm>
            <a:prstGeom prst="ellipse">
              <a:avLst/>
            </a:prstGeom>
            <a:solidFill>
              <a:srgbClr val="007A37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0" name="직사각형 9">
              <a:extLst>
                <a:ext uri="{FF2B5EF4-FFF2-40B4-BE49-F238E27FC236}">
                  <a16:creationId xmlns:a16="http://schemas.microsoft.com/office/drawing/2014/main" id="{63A9622D-0294-D778-164C-F1D9CEF3439E}"/>
                </a:ext>
              </a:extLst>
            </p:cNvPr>
            <p:cNvSpPr/>
            <p:nvPr/>
          </p:nvSpPr>
          <p:spPr>
            <a:xfrm>
              <a:off x="10449251" y="7777666"/>
              <a:ext cx="1810111" cy="523220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r>
                <a:rPr lang="en-US" altLang="ko-KR" sz="2800" dirty="0">
                  <a:solidFill>
                    <a:srgbClr val="000000"/>
                  </a:solidFill>
                  <a:latin typeface="Times New Roman" panose="02020603050405020304" pitchFamily="18" charset="0"/>
                </a:rPr>
                <a:t>Probe node</a:t>
              </a:r>
              <a:endParaRPr lang="ko-KR" altLang="en-US" sz="2800" dirty="0"/>
            </a:p>
          </p:txBody>
        </p:sp>
      </p:grpSp>
      <p:sp>
        <p:nvSpPr>
          <p:cNvPr id="6" name="TextBox 5">
            <a:extLst>
              <a:ext uri="{FF2B5EF4-FFF2-40B4-BE49-F238E27FC236}">
                <a16:creationId xmlns:a16="http://schemas.microsoft.com/office/drawing/2014/main" id="{887B371E-65CE-15C2-B2C6-25849B97FCDA}"/>
              </a:ext>
            </a:extLst>
          </p:cNvPr>
          <p:cNvSpPr txBox="1"/>
          <p:nvPr/>
        </p:nvSpPr>
        <p:spPr>
          <a:xfrm>
            <a:off x="-1" y="0"/>
            <a:ext cx="2200759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2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Fig 2</a:t>
            </a:r>
            <a:endParaRPr lang="ko-KR" altLang="en-US" sz="28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540817370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" name="TextBox 26">
            <a:extLst>
              <a:ext uri="{FF2B5EF4-FFF2-40B4-BE49-F238E27FC236}">
                <a16:creationId xmlns:a16="http://schemas.microsoft.com/office/drawing/2014/main" id="{37461D90-EF58-4D9F-8D43-462E26FCD8D8}"/>
              </a:ext>
            </a:extLst>
          </p:cNvPr>
          <p:cNvSpPr txBox="1"/>
          <p:nvPr/>
        </p:nvSpPr>
        <p:spPr>
          <a:xfrm>
            <a:off x="3420000" y="1980000"/>
            <a:ext cx="2880000" cy="1800000"/>
          </a:xfrm>
          <a:prstGeom prst="rect">
            <a:avLst/>
          </a:prstGeom>
          <a:solidFill>
            <a:schemeClr val="bg1"/>
          </a:solidFill>
          <a:ln w="19050"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en-US" altLang="ko-KR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Interaction module</a:t>
            </a:r>
          </a:p>
          <a:p>
            <a:pPr algn="ctr"/>
            <a:endParaRPr lang="en-US" altLang="ko-KR" b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algn="ctr"/>
            <a:endParaRPr lang="en-US" altLang="ko-KR" b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algn="ctr"/>
            <a:endParaRPr lang="en-US" altLang="ko-KR" b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algn="ctr"/>
            <a:endParaRPr lang="en-US" altLang="ko-KR" b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algn="ctr"/>
            <a:endParaRPr lang="en-US" altLang="ko-KR" b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21D4A6E0-B2ED-4F2F-8A18-D00923920042}"/>
              </a:ext>
            </a:extLst>
          </p:cNvPr>
          <p:cNvSpPr txBox="1"/>
          <p:nvPr/>
        </p:nvSpPr>
        <p:spPr>
          <a:xfrm>
            <a:off x="2880000" y="360000"/>
            <a:ext cx="1800000" cy="360000"/>
          </a:xfrm>
          <a:prstGeom prst="rect">
            <a:avLst/>
          </a:prstGeom>
          <a:solidFill>
            <a:schemeClr val="bg1"/>
          </a:solidFill>
          <a:ln w="19050">
            <a:solidFill>
              <a:schemeClr val="tx1"/>
            </a:solidFill>
          </a:ln>
        </p:spPr>
        <p:txBody>
          <a:bodyPr wrap="square" rtlCol="0" anchor="ctr">
            <a:spAutoFit/>
          </a:bodyPr>
          <a:lstStyle/>
          <a:p>
            <a:pPr algn="ctr"/>
            <a:r>
              <a:rPr lang="en-US" altLang="ko-KR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Node features</a:t>
            </a:r>
          </a:p>
        </p:txBody>
      </p:sp>
      <p:sp>
        <p:nvSpPr>
          <p:cNvPr id="4" name="순서도: 데이터 3">
            <a:extLst>
              <a:ext uri="{FF2B5EF4-FFF2-40B4-BE49-F238E27FC236}">
                <a16:creationId xmlns:a16="http://schemas.microsoft.com/office/drawing/2014/main" id="{A54D33CD-7889-4F0A-959E-C8348EEE1114}"/>
              </a:ext>
            </a:extLst>
          </p:cNvPr>
          <p:cNvSpPr/>
          <p:nvPr/>
        </p:nvSpPr>
        <p:spPr>
          <a:xfrm>
            <a:off x="3600000" y="-720000"/>
            <a:ext cx="2520000" cy="720000"/>
          </a:xfrm>
          <a:prstGeom prst="flowChartInputOutpu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Input structure</a:t>
            </a:r>
            <a:endParaRPr lang="ko-KR" altLang="en-US" b="1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CFE1AD2D-7AE7-4355-8A15-F960F5911490}"/>
              </a:ext>
            </a:extLst>
          </p:cNvPr>
          <p:cNvSpPr txBox="1"/>
          <p:nvPr/>
        </p:nvSpPr>
        <p:spPr>
          <a:xfrm>
            <a:off x="2880000" y="900000"/>
            <a:ext cx="1800000" cy="720000"/>
          </a:xfrm>
          <a:prstGeom prst="rect">
            <a:avLst/>
          </a:prstGeom>
          <a:solidFill>
            <a:schemeClr val="bg1"/>
          </a:solidFill>
          <a:ln w="19050">
            <a:solidFill>
              <a:schemeClr val="tx1"/>
            </a:solidFill>
          </a:ln>
        </p:spPr>
        <p:txBody>
          <a:bodyPr wrap="square" rtlCol="0" anchor="ctr">
            <a:spAutoFit/>
          </a:bodyPr>
          <a:lstStyle/>
          <a:p>
            <a:pPr algn="ctr"/>
            <a:r>
              <a:rPr lang="en-US" altLang="ko-KR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Atom type Embedding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2B1330AB-F6FC-45CD-92F7-0A924E29B9BF}"/>
              </a:ext>
            </a:extLst>
          </p:cNvPr>
          <p:cNvSpPr txBox="1"/>
          <p:nvPr/>
        </p:nvSpPr>
        <p:spPr>
          <a:xfrm>
            <a:off x="3600000" y="3240000"/>
            <a:ext cx="2520000" cy="369332"/>
          </a:xfrm>
          <a:prstGeom prst="rect">
            <a:avLst/>
          </a:prstGeom>
          <a:solidFill>
            <a:schemeClr val="bg1"/>
          </a:solidFill>
          <a:ln w="19050">
            <a:solidFill>
              <a:schemeClr val="tx1"/>
            </a:solidFill>
          </a:ln>
        </p:spPr>
        <p:txBody>
          <a:bodyPr wrap="square" rtlCol="0" anchor="ctr" anchorCtr="0">
            <a:spAutoFit/>
          </a:bodyPr>
          <a:lstStyle/>
          <a:p>
            <a:pPr algn="ctr"/>
            <a:r>
              <a:rPr lang="en-US" altLang="ko-KR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ConvSE3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2BE4E188-76FA-4FF2-B61B-A91EF64B5509}"/>
              </a:ext>
            </a:extLst>
          </p:cNvPr>
          <p:cNvSpPr txBox="1"/>
          <p:nvPr/>
        </p:nvSpPr>
        <p:spPr>
          <a:xfrm>
            <a:off x="2160000" y="5220000"/>
            <a:ext cx="2520000" cy="360000"/>
          </a:xfrm>
          <a:prstGeom prst="rect">
            <a:avLst/>
          </a:prstGeom>
          <a:solidFill>
            <a:schemeClr val="bg1"/>
          </a:solidFill>
          <a:ln w="19050">
            <a:solidFill>
              <a:schemeClr val="tx1"/>
            </a:solidFill>
          </a:ln>
        </p:spPr>
        <p:txBody>
          <a:bodyPr wrap="square" rtlCol="0" anchor="ctr" anchorCtr="0">
            <a:spAutoFit/>
          </a:bodyPr>
          <a:lstStyle/>
          <a:p>
            <a:pPr algn="ctr"/>
            <a:r>
              <a:rPr lang="en-US" altLang="ko-KR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Displacement vector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D35B9612-BF5A-4BF7-BE97-E55982DF37CB}"/>
              </a:ext>
            </a:extLst>
          </p:cNvPr>
          <p:cNvSpPr txBox="1"/>
          <p:nvPr/>
        </p:nvSpPr>
        <p:spPr>
          <a:xfrm>
            <a:off x="5040000" y="5220000"/>
            <a:ext cx="2520000" cy="360000"/>
          </a:xfrm>
          <a:prstGeom prst="rect">
            <a:avLst/>
          </a:prstGeom>
          <a:solidFill>
            <a:schemeClr val="bg1"/>
          </a:solidFill>
          <a:ln w="19050">
            <a:solidFill>
              <a:schemeClr val="tx1"/>
            </a:solidFill>
          </a:ln>
        </p:spPr>
        <p:txBody>
          <a:bodyPr wrap="square" rtlCol="0" anchor="ctr" anchorCtr="0">
            <a:spAutoFit/>
          </a:bodyPr>
          <a:lstStyle/>
          <a:p>
            <a:pPr algn="ctr"/>
            <a:r>
              <a:rPr lang="en-US" altLang="ko-KR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Probability-like score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7C2719D3-209A-4FB2-A703-4A2FBAB25B11}"/>
              </a:ext>
            </a:extLst>
          </p:cNvPr>
          <p:cNvSpPr txBox="1"/>
          <p:nvPr/>
        </p:nvSpPr>
        <p:spPr>
          <a:xfrm>
            <a:off x="5040000" y="360000"/>
            <a:ext cx="1800000" cy="360000"/>
          </a:xfrm>
          <a:prstGeom prst="rect">
            <a:avLst/>
          </a:prstGeom>
          <a:solidFill>
            <a:schemeClr val="bg1"/>
          </a:solidFill>
          <a:ln w="19050">
            <a:solidFill>
              <a:schemeClr val="tx1"/>
            </a:solidFill>
          </a:ln>
        </p:spPr>
        <p:txBody>
          <a:bodyPr wrap="square" rtlCol="0" anchor="ctr">
            <a:spAutoFit/>
          </a:bodyPr>
          <a:lstStyle/>
          <a:p>
            <a:pPr algn="ctr"/>
            <a:r>
              <a:rPr lang="en-US" altLang="ko-KR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Edge features</a:t>
            </a: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E830F2A5-A80C-4919-B3D3-F6D85CB324FD}"/>
              </a:ext>
            </a:extLst>
          </p:cNvPr>
          <p:cNvSpPr txBox="1"/>
          <p:nvPr/>
        </p:nvSpPr>
        <p:spPr>
          <a:xfrm>
            <a:off x="3420000" y="3960000"/>
            <a:ext cx="2880000" cy="900000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en-US" altLang="ko-KR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Structure module</a:t>
            </a:r>
          </a:p>
          <a:p>
            <a:pPr algn="ctr"/>
            <a:endParaRPr lang="en-US" altLang="ko-KR" b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algn="ctr"/>
            <a:endParaRPr lang="en-US" altLang="ko-KR" b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21D619B9-A0FE-4E20-B5C4-2F1612C4DEB6}"/>
              </a:ext>
            </a:extLst>
          </p:cNvPr>
          <p:cNvSpPr txBox="1"/>
          <p:nvPr/>
        </p:nvSpPr>
        <p:spPr>
          <a:xfrm>
            <a:off x="3600000" y="2340000"/>
            <a:ext cx="2520000" cy="720000"/>
          </a:xfrm>
          <a:prstGeom prst="rect">
            <a:avLst/>
          </a:prstGeom>
          <a:solidFill>
            <a:schemeClr val="accent2">
              <a:lumMod val="20000"/>
              <a:lumOff val="80000"/>
            </a:schemeClr>
          </a:solidFill>
          <a:ln w="19050">
            <a:solidFill>
              <a:schemeClr val="tx1"/>
            </a:solidFill>
          </a:ln>
        </p:spPr>
        <p:txBody>
          <a:bodyPr wrap="square" rtlCol="0" anchor="ctr">
            <a:spAutoFit/>
          </a:bodyPr>
          <a:lstStyle/>
          <a:p>
            <a:pPr algn="ctr"/>
            <a:r>
              <a:rPr lang="en-US" altLang="ko-KR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6 SE(3)-Transformer</a:t>
            </a:r>
          </a:p>
          <a:p>
            <a:pPr algn="ctr"/>
            <a:r>
              <a:rPr lang="en-US" altLang="ko-KR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blocks </a:t>
            </a: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08BEF97F-9A5E-4FC8-BB6E-E34AA58F610B}"/>
              </a:ext>
            </a:extLst>
          </p:cNvPr>
          <p:cNvSpPr txBox="1"/>
          <p:nvPr/>
        </p:nvSpPr>
        <p:spPr>
          <a:xfrm>
            <a:off x="3600000" y="4356000"/>
            <a:ext cx="2520000" cy="360000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  <a:ln w="19050">
            <a:solidFill>
              <a:schemeClr val="tx1"/>
            </a:solidFill>
          </a:ln>
        </p:spPr>
        <p:txBody>
          <a:bodyPr wrap="square" rtlCol="0" anchor="ctr" anchorCtr="0">
            <a:spAutoFit/>
          </a:bodyPr>
          <a:lstStyle/>
          <a:p>
            <a:pPr algn="ctr"/>
            <a:r>
              <a:rPr lang="en-US" altLang="ko-KR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6 linear blocks </a:t>
            </a:r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9A9BB12F-0328-4FE7-917A-14B92E991677}"/>
              </a:ext>
            </a:extLst>
          </p:cNvPr>
          <p:cNvSpPr txBox="1"/>
          <p:nvPr/>
        </p:nvSpPr>
        <p:spPr>
          <a:xfrm>
            <a:off x="5040000" y="5760000"/>
            <a:ext cx="2520000" cy="360000"/>
          </a:xfrm>
          <a:prstGeom prst="rect">
            <a:avLst/>
          </a:prstGeom>
          <a:solidFill>
            <a:schemeClr val="bg1"/>
          </a:solidFill>
          <a:ln w="19050">
            <a:solidFill>
              <a:schemeClr val="tx1"/>
            </a:solidFill>
            <a:prstDash val="dash"/>
          </a:ln>
        </p:spPr>
        <p:txBody>
          <a:bodyPr wrap="square" rtlCol="0" anchor="ctr" anchorCtr="0">
            <a:spAutoFit/>
          </a:bodyPr>
          <a:lstStyle/>
          <a:p>
            <a:pPr algn="ctr"/>
            <a:r>
              <a:rPr lang="en-US" altLang="ko-KR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Cross entropy loss</a:t>
            </a:r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956D4B76-089E-44DA-9193-86C43B6F79A3}"/>
              </a:ext>
            </a:extLst>
          </p:cNvPr>
          <p:cNvSpPr txBox="1"/>
          <p:nvPr/>
        </p:nvSpPr>
        <p:spPr>
          <a:xfrm>
            <a:off x="2160000" y="5755334"/>
            <a:ext cx="2520000" cy="369332"/>
          </a:xfrm>
          <a:prstGeom prst="rect">
            <a:avLst/>
          </a:prstGeom>
          <a:solidFill>
            <a:schemeClr val="bg1"/>
          </a:solidFill>
          <a:ln w="19050">
            <a:solidFill>
              <a:schemeClr val="tx1"/>
            </a:solidFill>
            <a:prstDash val="dash"/>
          </a:ln>
        </p:spPr>
        <p:txBody>
          <a:bodyPr wrap="square" rtlCol="0" anchor="ctr" anchorCtr="0">
            <a:spAutoFit/>
          </a:bodyPr>
          <a:lstStyle/>
          <a:p>
            <a:pPr algn="ctr"/>
            <a:r>
              <a:rPr lang="en-US" altLang="ko-KR" b="1">
                <a:latin typeface="Times New Roman" panose="02020603050405020304" pitchFamily="18" charset="0"/>
                <a:cs typeface="Times New Roman" panose="02020603050405020304" pitchFamily="18" charset="0"/>
              </a:rPr>
              <a:t>RMSD </a:t>
            </a:r>
            <a:r>
              <a:rPr lang="en-US" altLang="ko-KR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loss</a:t>
            </a:r>
          </a:p>
        </p:txBody>
      </p:sp>
      <p:cxnSp>
        <p:nvCxnSpPr>
          <p:cNvPr id="6" name="연결선: 꺾임 5">
            <a:extLst>
              <a:ext uri="{FF2B5EF4-FFF2-40B4-BE49-F238E27FC236}">
                <a16:creationId xmlns:a16="http://schemas.microsoft.com/office/drawing/2014/main" id="{AD18ED39-C544-4861-BBA1-15A6DA634658}"/>
              </a:ext>
            </a:extLst>
          </p:cNvPr>
          <p:cNvCxnSpPr>
            <a:stCxn id="4" idx="3"/>
            <a:endCxn id="3" idx="0"/>
          </p:cNvCxnSpPr>
          <p:nvPr/>
        </p:nvCxnSpPr>
        <p:spPr>
          <a:xfrm rot="5400000">
            <a:off x="4014000" y="-234000"/>
            <a:ext cx="360000" cy="828000"/>
          </a:xfrm>
          <a:prstGeom prst="bentConnector3">
            <a:avLst/>
          </a:prstGeom>
          <a:ln w="381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" name="연결선: 꺾임 9">
            <a:extLst>
              <a:ext uri="{FF2B5EF4-FFF2-40B4-BE49-F238E27FC236}">
                <a16:creationId xmlns:a16="http://schemas.microsoft.com/office/drawing/2014/main" id="{9EC9C888-D015-46F3-95D7-466CE2C6D5B1}"/>
              </a:ext>
            </a:extLst>
          </p:cNvPr>
          <p:cNvCxnSpPr>
            <a:stCxn id="4" idx="4"/>
            <a:endCxn id="28" idx="0"/>
          </p:cNvCxnSpPr>
          <p:nvPr/>
        </p:nvCxnSpPr>
        <p:spPr>
          <a:xfrm rot="16200000" flipH="1">
            <a:off x="5220000" y="-360000"/>
            <a:ext cx="360000" cy="1080000"/>
          </a:xfrm>
          <a:prstGeom prst="bentConnector3">
            <a:avLst/>
          </a:prstGeom>
          <a:ln w="381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" name="직선 화살표 연결선 12">
            <a:extLst>
              <a:ext uri="{FF2B5EF4-FFF2-40B4-BE49-F238E27FC236}">
                <a16:creationId xmlns:a16="http://schemas.microsoft.com/office/drawing/2014/main" id="{DD9010C5-420C-4464-93F2-2E0619F6A715}"/>
              </a:ext>
            </a:extLst>
          </p:cNvPr>
          <p:cNvCxnSpPr>
            <a:stCxn id="3" idx="2"/>
            <a:endCxn id="12" idx="0"/>
          </p:cNvCxnSpPr>
          <p:nvPr/>
        </p:nvCxnSpPr>
        <p:spPr>
          <a:xfrm>
            <a:off x="3780000" y="720000"/>
            <a:ext cx="0" cy="180000"/>
          </a:xfrm>
          <a:prstGeom prst="straightConnector1">
            <a:avLst/>
          </a:prstGeom>
          <a:ln w="381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" name="연결선: 꺾임 8">
            <a:extLst>
              <a:ext uri="{FF2B5EF4-FFF2-40B4-BE49-F238E27FC236}">
                <a16:creationId xmlns:a16="http://schemas.microsoft.com/office/drawing/2014/main" id="{65748E2C-5E9E-4BF3-9CD8-E00A586D66EF}"/>
              </a:ext>
            </a:extLst>
          </p:cNvPr>
          <p:cNvCxnSpPr>
            <a:stCxn id="28" idx="2"/>
            <a:endCxn id="27" idx="0"/>
          </p:cNvCxnSpPr>
          <p:nvPr/>
        </p:nvCxnSpPr>
        <p:spPr>
          <a:xfrm rot="5400000">
            <a:off x="4770000" y="810000"/>
            <a:ext cx="1260000" cy="1080000"/>
          </a:xfrm>
          <a:prstGeom prst="bentConnector3">
            <a:avLst>
              <a:gd name="adj1" fmla="val 85748"/>
            </a:avLst>
          </a:prstGeom>
          <a:ln w="381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" name="연결선: 꺾임 15">
            <a:extLst>
              <a:ext uri="{FF2B5EF4-FFF2-40B4-BE49-F238E27FC236}">
                <a16:creationId xmlns:a16="http://schemas.microsoft.com/office/drawing/2014/main" id="{70F726B9-F9CD-45B2-89FD-E6DB5CA84416}"/>
              </a:ext>
            </a:extLst>
          </p:cNvPr>
          <p:cNvCxnSpPr>
            <a:stCxn id="12" idx="2"/>
            <a:endCxn id="27" idx="0"/>
          </p:cNvCxnSpPr>
          <p:nvPr/>
        </p:nvCxnSpPr>
        <p:spPr>
          <a:xfrm rot="16200000" flipH="1">
            <a:off x="4140000" y="1260000"/>
            <a:ext cx="360000" cy="1080000"/>
          </a:xfrm>
          <a:prstGeom prst="bentConnector3">
            <a:avLst/>
          </a:prstGeom>
          <a:ln w="381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0" name="직선 화살표 연결선 49">
            <a:extLst>
              <a:ext uri="{FF2B5EF4-FFF2-40B4-BE49-F238E27FC236}">
                <a16:creationId xmlns:a16="http://schemas.microsoft.com/office/drawing/2014/main" id="{38B42463-4C5E-4943-8D52-EE90B89E0F09}"/>
              </a:ext>
            </a:extLst>
          </p:cNvPr>
          <p:cNvCxnSpPr>
            <a:stCxn id="34" idx="2"/>
            <a:endCxn id="21" idx="0"/>
          </p:cNvCxnSpPr>
          <p:nvPr/>
        </p:nvCxnSpPr>
        <p:spPr>
          <a:xfrm>
            <a:off x="4860000" y="3060000"/>
            <a:ext cx="0" cy="180000"/>
          </a:xfrm>
          <a:prstGeom prst="straightConnector1">
            <a:avLst/>
          </a:prstGeom>
          <a:ln w="381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2" name="직선 화살표 연결선 51">
            <a:extLst>
              <a:ext uri="{FF2B5EF4-FFF2-40B4-BE49-F238E27FC236}">
                <a16:creationId xmlns:a16="http://schemas.microsoft.com/office/drawing/2014/main" id="{DF456733-5EB8-463B-AAD9-0B063CDFAF3F}"/>
              </a:ext>
            </a:extLst>
          </p:cNvPr>
          <p:cNvCxnSpPr>
            <a:stCxn id="27" idx="2"/>
            <a:endCxn id="30" idx="0"/>
          </p:cNvCxnSpPr>
          <p:nvPr/>
        </p:nvCxnSpPr>
        <p:spPr>
          <a:xfrm>
            <a:off x="4860000" y="3780000"/>
            <a:ext cx="0" cy="180000"/>
          </a:xfrm>
          <a:prstGeom prst="straightConnector1">
            <a:avLst/>
          </a:prstGeom>
          <a:ln w="381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57" name="그룹 56">
            <a:extLst>
              <a:ext uri="{FF2B5EF4-FFF2-40B4-BE49-F238E27FC236}">
                <a16:creationId xmlns:a16="http://schemas.microsoft.com/office/drawing/2014/main" id="{F79C4018-9298-459E-90F8-9C3CA9D0C38F}"/>
              </a:ext>
            </a:extLst>
          </p:cNvPr>
          <p:cNvGrpSpPr/>
          <p:nvPr/>
        </p:nvGrpSpPr>
        <p:grpSpPr>
          <a:xfrm>
            <a:off x="6719356" y="888573"/>
            <a:ext cx="2880000" cy="1800000"/>
            <a:chOff x="7199999" y="540000"/>
            <a:chExt cx="2880000" cy="1800000"/>
          </a:xfrm>
          <a:solidFill>
            <a:schemeClr val="accent2">
              <a:lumMod val="20000"/>
              <a:lumOff val="80000"/>
            </a:schemeClr>
          </a:solidFill>
        </p:grpSpPr>
        <p:sp>
          <p:nvSpPr>
            <p:cNvPr id="29" name="TextBox 28">
              <a:extLst>
                <a:ext uri="{FF2B5EF4-FFF2-40B4-BE49-F238E27FC236}">
                  <a16:creationId xmlns:a16="http://schemas.microsoft.com/office/drawing/2014/main" id="{B4B0C174-123D-476E-B7D9-8FF709CB563A}"/>
                </a:ext>
              </a:extLst>
            </p:cNvPr>
            <p:cNvSpPr txBox="1"/>
            <p:nvPr/>
          </p:nvSpPr>
          <p:spPr>
            <a:xfrm>
              <a:off x="7199999" y="540000"/>
              <a:ext cx="2880000" cy="1800000"/>
            </a:xfrm>
            <a:prstGeom prst="rect">
              <a:avLst/>
            </a:prstGeom>
            <a:grpFill/>
            <a:ln w="19050">
              <a:solidFill>
                <a:schemeClr val="tx1"/>
              </a:solidFill>
            </a:ln>
          </p:spPr>
          <p:txBody>
            <a:bodyPr wrap="square" rtlCol="0">
              <a:spAutoFit/>
            </a:bodyPr>
            <a:lstStyle/>
            <a:p>
              <a:pPr algn="ctr"/>
              <a:br>
                <a:rPr lang="en-US" altLang="ko-KR" b="1" dirty="0">
                  <a:latin typeface="Times New Roman" panose="02020603050405020304" pitchFamily="18" charset="0"/>
                  <a:cs typeface="Times New Roman" panose="02020603050405020304" pitchFamily="18" charset="0"/>
                </a:rPr>
              </a:br>
              <a:br>
                <a:rPr lang="en-US" altLang="ko-KR" b="1" dirty="0">
                  <a:latin typeface="Times New Roman" panose="02020603050405020304" pitchFamily="18" charset="0"/>
                  <a:cs typeface="Times New Roman" panose="02020603050405020304" pitchFamily="18" charset="0"/>
                </a:rPr>
              </a:br>
              <a:br>
                <a:rPr lang="en-US" altLang="ko-KR" b="1" dirty="0">
                  <a:latin typeface="Times New Roman" panose="02020603050405020304" pitchFamily="18" charset="0"/>
                  <a:cs typeface="Times New Roman" panose="02020603050405020304" pitchFamily="18" charset="0"/>
                </a:rPr>
              </a:br>
              <a:br>
                <a:rPr lang="en-US" altLang="ko-KR" b="1" dirty="0">
                  <a:latin typeface="Times New Roman" panose="02020603050405020304" pitchFamily="18" charset="0"/>
                  <a:cs typeface="Times New Roman" panose="02020603050405020304" pitchFamily="18" charset="0"/>
                </a:rPr>
              </a:br>
              <a:br>
                <a:rPr lang="en-US" altLang="ko-KR" b="1" dirty="0">
                  <a:latin typeface="Times New Roman" panose="02020603050405020304" pitchFamily="18" charset="0"/>
                  <a:cs typeface="Times New Roman" panose="02020603050405020304" pitchFamily="18" charset="0"/>
                </a:rPr>
              </a:br>
              <a:br>
                <a:rPr lang="en-US" altLang="ko-KR" b="1" dirty="0">
                  <a:latin typeface="Times New Roman" panose="02020603050405020304" pitchFamily="18" charset="0"/>
                  <a:cs typeface="Times New Roman" panose="02020603050405020304" pitchFamily="18" charset="0"/>
                </a:rPr>
              </a:br>
              <a:endParaRPr lang="en-US" altLang="ko-KR" b="1" dirty="0"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31" name="TextBox 30">
              <a:extLst>
                <a:ext uri="{FF2B5EF4-FFF2-40B4-BE49-F238E27FC236}">
                  <a16:creationId xmlns:a16="http://schemas.microsoft.com/office/drawing/2014/main" id="{C6C4099D-6EB1-45E9-8B4E-1DFA6EF3309E}"/>
                </a:ext>
              </a:extLst>
            </p:cNvPr>
            <p:cNvSpPr txBox="1"/>
            <p:nvPr/>
          </p:nvSpPr>
          <p:spPr>
            <a:xfrm>
              <a:off x="7380000" y="720000"/>
              <a:ext cx="2520000" cy="360000"/>
            </a:xfrm>
            <a:prstGeom prst="rect">
              <a:avLst/>
            </a:prstGeom>
            <a:solidFill>
              <a:schemeClr val="bg1"/>
            </a:solidFill>
            <a:ln w="19050">
              <a:solidFill>
                <a:schemeClr val="tx1"/>
              </a:solidFill>
            </a:ln>
          </p:spPr>
          <p:txBody>
            <a:bodyPr wrap="square" rtlCol="0" anchor="ctr" anchorCtr="0">
              <a:spAutoFit/>
            </a:bodyPr>
            <a:lstStyle/>
            <a:p>
              <a:pPr algn="ctr"/>
              <a:r>
                <a:rPr lang="en-US" altLang="ko-KR" b="1" dirty="0">
                  <a:latin typeface="Times New Roman" panose="02020603050405020304" pitchFamily="18" charset="0"/>
                  <a:cs typeface="Times New Roman" panose="02020603050405020304" pitchFamily="18" charset="0"/>
                </a:rPr>
                <a:t>SE(3)-Transformer</a:t>
              </a:r>
            </a:p>
          </p:txBody>
        </p:sp>
        <p:sp>
          <p:nvSpPr>
            <p:cNvPr id="32" name="TextBox 31">
              <a:extLst>
                <a:ext uri="{FF2B5EF4-FFF2-40B4-BE49-F238E27FC236}">
                  <a16:creationId xmlns:a16="http://schemas.microsoft.com/office/drawing/2014/main" id="{BE69860A-917A-495E-A6A6-09389990E045}"/>
                </a:ext>
              </a:extLst>
            </p:cNvPr>
            <p:cNvSpPr txBox="1"/>
            <p:nvPr/>
          </p:nvSpPr>
          <p:spPr>
            <a:xfrm>
              <a:off x="7380000" y="1260000"/>
              <a:ext cx="2520000" cy="360000"/>
            </a:xfrm>
            <a:prstGeom prst="rect">
              <a:avLst/>
            </a:prstGeom>
            <a:solidFill>
              <a:schemeClr val="bg1"/>
            </a:solidFill>
            <a:ln w="19050">
              <a:solidFill>
                <a:schemeClr val="tx1"/>
              </a:solidFill>
            </a:ln>
          </p:spPr>
          <p:txBody>
            <a:bodyPr wrap="square" rtlCol="0" anchor="ctr" anchorCtr="0">
              <a:spAutoFit/>
            </a:bodyPr>
            <a:lstStyle/>
            <a:p>
              <a:pPr algn="ctr"/>
              <a:r>
                <a:rPr lang="en-US" altLang="ko-KR" b="1" dirty="0" err="1">
                  <a:latin typeface="Times New Roman" panose="02020603050405020304" pitchFamily="18" charset="0"/>
                  <a:cs typeface="Times New Roman" panose="02020603050405020304" pitchFamily="18" charset="0"/>
                </a:rPr>
                <a:t>LayerNorm</a:t>
              </a:r>
              <a:endParaRPr lang="en-US" altLang="ko-KR" b="1" dirty="0"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33" name="TextBox 32">
              <a:extLst>
                <a:ext uri="{FF2B5EF4-FFF2-40B4-BE49-F238E27FC236}">
                  <a16:creationId xmlns:a16="http://schemas.microsoft.com/office/drawing/2014/main" id="{0B7236FE-CCEB-44C5-ABBF-672F50D784DE}"/>
                </a:ext>
              </a:extLst>
            </p:cNvPr>
            <p:cNvSpPr txBox="1"/>
            <p:nvPr/>
          </p:nvSpPr>
          <p:spPr>
            <a:xfrm>
              <a:off x="7380000" y="1800666"/>
              <a:ext cx="2520000" cy="360000"/>
            </a:xfrm>
            <a:prstGeom prst="rect">
              <a:avLst/>
            </a:prstGeom>
            <a:solidFill>
              <a:schemeClr val="bg1"/>
            </a:solidFill>
            <a:ln w="19050">
              <a:solidFill>
                <a:schemeClr val="tx1"/>
              </a:solidFill>
            </a:ln>
          </p:spPr>
          <p:txBody>
            <a:bodyPr wrap="square" rtlCol="0" anchor="ctr" anchorCtr="0">
              <a:spAutoFit/>
            </a:bodyPr>
            <a:lstStyle/>
            <a:p>
              <a:pPr algn="ctr"/>
              <a:r>
                <a:rPr lang="en-US" altLang="ko-KR" b="1" dirty="0">
                  <a:latin typeface="Times New Roman" panose="02020603050405020304" pitchFamily="18" charset="0"/>
                  <a:cs typeface="Times New Roman" panose="02020603050405020304" pitchFamily="18" charset="0"/>
                </a:rPr>
                <a:t>ELU</a:t>
              </a:r>
            </a:p>
          </p:txBody>
        </p:sp>
        <p:cxnSp>
          <p:nvCxnSpPr>
            <p:cNvPr id="54" name="직선 화살표 연결선 53">
              <a:extLst>
                <a:ext uri="{FF2B5EF4-FFF2-40B4-BE49-F238E27FC236}">
                  <a16:creationId xmlns:a16="http://schemas.microsoft.com/office/drawing/2014/main" id="{FA9E654E-1CDF-4E1B-A3BB-DC1886EB1FB2}"/>
                </a:ext>
              </a:extLst>
            </p:cNvPr>
            <p:cNvCxnSpPr>
              <a:stCxn id="31" idx="2"/>
              <a:endCxn id="32" idx="0"/>
            </p:cNvCxnSpPr>
            <p:nvPr/>
          </p:nvCxnSpPr>
          <p:spPr>
            <a:xfrm>
              <a:off x="8640000" y="1080000"/>
              <a:ext cx="0" cy="180000"/>
            </a:xfrm>
            <a:prstGeom prst="straightConnector1">
              <a:avLst/>
            </a:prstGeom>
            <a:grpFill/>
            <a:ln w="38100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6" name="직선 화살표 연결선 55">
              <a:extLst>
                <a:ext uri="{FF2B5EF4-FFF2-40B4-BE49-F238E27FC236}">
                  <a16:creationId xmlns:a16="http://schemas.microsoft.com/office/drawing/2014/main" id="{1C381C1C-CDA8-49D8-AFF5-2999C09CF38C}"/>
                </a:ext>
              </a:extLst>
            </p:cNvPr>
            <p:cNvCxnSpPr>
              <a:stCxn id="32" idx="2"/>
              <a:endCxn id="33" idx="0"/>
            </p:cNvCxnSpPr>
            <p:nvPr/>
          </p:nvCxnSpPr>
          <p:spPr>
            <a:xfrm>
              <a:off x="8640000" y="1620000"/>
              <a:ext cx="0" cy="180666"/>
            </a:xfrm>
            <a:prstGeom prst="straightConnector1">
              <a:avLst/>
            </a:prstGeom>
            <a:grpFill/>
            <a:ln w="38100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60" name="TextBox 59">
            <a:extLst>
              <a:ext uri="{FF2B5EF4-FFF2-40B4-BE49-F238E27FC236}">
                <a16:creationId xmlns:a16="http://schemas.microsoft.com/office/drawing/2014/main" id="{3662B47B-7872-4523-A6BF-AEE4A36C855E}"/>
              </a:ext>
            </a:extLst>
          </p:cNvPr>
          <p:cNvSpPr txBox="1"/>
          <p:nvPr/>
        </p:nvSpPr>
        <p:spPr>
          <a:xfrm>
            <a:off x="6719356" y="3053239"/>
            <a:ext cx="2880000" cy="1800000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  <a:ln w="19050"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pPr algn="ctr"/>
            <a:br>
              <a:rPr lang="en-US" altLang="ko-KR" b="1" dirty="0"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br>
              <a:rPr lang="en-US" altLang="ko-KR" b="1" dirty="0"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br>
              <a:rPr lang="en-US" altLang="ko-KR" b="1" dirty="0"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br>
              <a:rPr lang="en-US" altLang="ko-KR" b="1" dirty="0"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br>
              <a:rPr lang="en-US" altLang="ko-KR" b="1" dirty="0"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br>
              <a:rPr lang="en-US" altLang="ko-KR" b="1" dirty="0"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endParaRPr lang="en-US" altLang="ko-KR" b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61" name="TextBox 60">
            <a:extLst>
              <a:ext uri="{FF2B5EF4-FFF2-40B4-BE49-F238E27FC236}">
                <a16:creationId xmlns:a16="http://schemas.microsoft.com/office/drawing/2014/main" id="{57345437-EA5A-485A-9B1A-04A055C5F6F9}"/>
              </a:ext>
            </a:extLst>
          </p:cNvPr>
          <p:cNvSpPr txBox="1"/>
          <p:nvPr/>
        </p:nvSpPr>
        <p:spPr>
          <a:xfrm>
            <a:off x="6899357" y="3228573"/>
            <a:ext cx="2520000" cy="360000"/>
          </a:xfrm>
          <a:prstGeom prst="rect">
            <a:avLst/>
          </a:prstGeom>
          <a:solidFill>
            <a:schemeClr val="bg1"/>
          </a:solidFill>
          <a:ln w="19050">
            <a:solidFill>
              <a:schemeClr val="tx1"/>
            </a:solidFill>
          </a:ln>
        </p:spPr>
        <p:txBody>
          <a:bodyPr wrap="square" rtlCol="0" anchor="ctr" anchorCtr="0">
            <a:spAutoFit/>
          </a:bodyPr>
          <a:lstStyle/>
          <a:p>
            <a:pPr algn="ctr"/>
            <a:r>
              <a:rPr lang="en-US" altLang="ko-KR" b="1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LayerNorm</a:t>
            </a:r>
            <a:endParaRPr lang="en-US" altLang="ko-KR" b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62" name="TextBox 61">
            <a:extLst>
              <a:ext uri="{FF2B5EF4-FFF2-40B4-BE49-F238E27FC236}">
                <a16:creationId xmlns:a16="http://schemas.microsoft.com/office/drawing/2014/main" id="{A3E875FA-80CE-4E30-BD7C-0E4733306664}"/>
              </a:ext>
            </a:extLst>
          </p:cNvPr>
          <p:cNvSpPr txBox="1"/>
          <p:nvPr/>
        </p:nvSpPr>
        <p:spPr>
          <a:xfrm>
            <a:off x="6899357" y="3768573"/>
            <a:ext cx="2520000" cy="360000"/>
          </a:xfrm>
          <a:prstGeom prst="rect">
            <a:avLst/>
          </a:prstGeom>
          <a:solidFill>
            <a:schemeClr val="bg1"/>
          </a:solidFill>
          <a:ln w="19050">
            <a:solidFill>
              <a:schemeClr val="tx1"/>
            </a:solidFill>
          </a:ln>
        </p:spPr>
        <p:txBody>
          <a:bodyPr wrap="square" rtlCol="0" anchor="ctr" anchorCtr="0">
            <a:spAutoFit/>
          </a:bodyPr>
          <a:lstStyle/>
          <a:p>
            <a:pPr algn="ctr"/>
            <a:r>
              <a:rPr lang="en-US" altLang="ko-KR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ELU</a:t>
            </a:r>
          </a:p>
        </p:txBody>
      </p:sp>
      <p:sp>
        <p:nvSpPr>
          <p:cNvPr id="63" name="TextBox 62">
            <a:extLst>
              <a:ext uri="{FF2B5EF4-FFF2-40B4-BE49-F238E27FC236}">
                <a16:creationId xmlns:a16="http://schemas.microsoft.com/office/drawing/2014/main" id="{E2A11FB9-5E84-4F1C-9BF6-B6531669338D}"/>
              </a:ext>
            </a:extLst>
          </p:cNvPr>
          <p:cNvSpPr txBox="1"/>
          <p:nvPr/>
        </p:nvSpPr>
        <p:spPr>
          <a:xfrm>
            <a:off x="6899357" y="4304573"/>
            <a:ext cx="2520000" cy="360000"/>
          </a:xfrm>
          <a:prstGeom prst="rect">
            <a:avLst/>
          </a:prstGeom>
          <a:solidFill>
            <a:schemeClr val="bg1"/>
          </a:solidFill>
          <a:ln w="19050">
            <a:solidFill>
              <a:schemeClr val="tx1"/>
            </a:solidFill>
          </a:ln>
        </p:spPr>
        <p:txBody>
          <a:bodyPr wrap="square" rtlCol="0" anchor="ctr" anchorCtr="0">
            <a:spAutoFit/>
          </a:bodyPr>
          <a:lstStyle/>
          <a:p>
            <a:pPr algn="ctr"/>
            <a:r>
              <a:rPr lang="en-US" altLang="ko-KR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LinearSE3</a:t>
            </a:r>
          </a:p>
        </p:txBody>
      </p:sp>
      <p:cxnSp>
        <p:nvCxnSpPr>
          <p:cNvPr id="64" name="직선 화살표 연결선 63">
            <a:extLst>
              <a:ext uri="{FF2B5EF4-FFF2-40B4-BE49-F238E27FC236}">
                <a16:creationId xmlns:a16="http://schemas.microsoft.com/office/drawing/2014/main" id="{9162A6E5-45DE-4929-A874-6942034DB3B7}"/>
              </a:ext>
            </a:extLst>
          </p:cNvPr>
          <p:cNvCxnSpPr>
            <a:stCxn id="61" idx="2"/>
            <a:endCxn id="62" idx="0"/>
          </p:cNvCxnSpPr>
          <p:nvPr/>
        </p:nvCxnSpPr>
        <p:spPr>
          <a:xfrm>
            <a:off x="8159357" y="3588573"/>
            <a:ext cx="0" cy="180000"/>
          </a:xfrm>
          <a:prstGeom prst="straightConnector1">
            <a:avLst/>
          </a:prstGeom>
          <a:ln w="381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5" name="직선 화살표 연결선 64">
            <a:extLst>
              <a:ext uri="{FF2B5EF4-FFF2-40B4-BE49-F238E27FC236}">
                <a16:creationId xmlns:a16="http://schemas.microsoft.com/office/drawing/2014/main" id="{1C286F87-FAD6-408B-8AAC-894078E225FF}"/>
              </a:ext>
            </a:extLst>
          </p:cNvPr>
          <p:cNvCxnSpPr>
            <a:stCxn id="62" idx="2"/>
            <a:endCxn id="63" idx="0"/>
          </p:cNvCxnSpPr>
          <p:nvPr/>
        </p:nvCxnSpPr>
        <p:spPr>
          <a:xfrm>
            <a:off x="8159357" y="4128573"/>
            <a:ext cx="0" cy="176000"/>
          </a:xfrm>
          <a:prstGeom prst="straightConnector1">
            <a:avLst/>
          </a:prstGeom>
          <a:ln w="381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7" name="직선 연결선 66">
            <a:extLst>
              <a:ext uri="{FF2B5EF4-FFF2-40B4-BE49-F238E27FC236}">
                <a16:creationId xmlns:a16="http://schemas.microsoft.com/office/drawing/2014/main" id="{C61A0D1B-6A27-4865-B6D0-17EE49A60758}"/>
              </a:ext>
            </a:extLst>
          </p:cNvPr>
          <p:cNvCxnSpPr>
            <a:cxnSpLocks/>
          </p:cNvCxnSpPr>
          <p:nvPr/>
        </p:nvCxnSpPr>
        <p:spPr>
          <a:xfrm flipH="1">
            <a:off x="6120000" y="895334"/>
            <a:ext cx="572900" cy="1444666"/>
          </a:xfrm>
          <a:prstGeom prst="line">
            <a:avLst/>
          </a:prstGeom>
          <a:ln w="25400" cmpd="sng">
            <a:solidFill>
              <a:schemeClr val="tx1"/>
            </a:solidFill>
            <a:prstDash val="sysDot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9" name="직선 연결선 68">
            <a:extLst>
              <a:ext uri="{FF2B5EF4-FFF2-40B4-BE49-F238E27FC236}">
                <a16:creationId xmlns:a16="http://schemas.microsoft.com/office/drawing/2014/main" id="{AB388ED4-011B-4C4F-B4A0-6FDF4DC6878B}"/>
              </a:ext>
            </a:extLst>
          </p:cNvPr>
          <p:cNvCxnSpPr/>
          <p:nvPr/>
        </p:nvCxnSpPr>
        <p:spPr>
          <a:xfrm flipV="1">
            <a:off x="6120000" y="2688573"/>
            <a:ext cx="599356" cy="371427"/>
          </a:xfrm>
          <a:prstGeom prst="line">
            <a:avLst/>
          </a:prstGeom>
          <a:ln w="25400">
            <a:solidFill>
              <a:schemeClr val="tx1"/>
            </a:solidFill>
            <a:prstDash val="sysDot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2" name="직선 연결선 71">
            <a:extLst>
              <a:ext uri="{FF2B5EF4-FFF2-40B4-BE49-F238E27FC236}">
                <a16:creationId xmlns:a16="http://schemas.microsoft.com/office/drawing/2014/main" id="{5D24847F-723B-467B-A797-1ED62CD416F0}"/>
              </a:ext>
            </a:extLst>
          </p:cNvPr>
          <p:cNvCxnSpPr/>
          <p:nvPr/>
        </p:nvCxnSpPr>
        <p:spPr>
          <a:xfrm flipV="1">
            <a:off x="6120000" y="3053239"/>
            <a:ext cx="599356" cy="1302761"/>
          </a:xfrm>
          <a:prstGeom prst="line">
            <a:avLst/>
          </a:prstGeom>
          <a:ln w="25400">
            <a:solidFill>
              <a:schemeClr val="tx1"/>
            </a:solidFill>
            <a:prstDash val="sysDot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4" name="직선 연결선 73">
            <a:extLst>
              <a:ext uri="{FF2B5EF4-FFF2-40B4-BE49-F238E27FC236}">
                <a16:creationId xmlns:a16="http://schemas.microsoft.com/office/drawing/2014/main" id="{5F0367E1-1A50-41EF-A561-8E96707441A4}"/>
              </a:ext>
            </a:extLst>
          </p:cNvPr>
          <p:cNvCxnSpPr>
            <a:cxnSpLocks/>
          </p:cNvCxnSpPr>
          <p:nvPr/>
        </p:nvCxnSpPr>
        <p:spPr>
          <a:xfrm>
            <a:off x="6120000" y="4716000"/>
            <a:ext cx="599356" cy="137239"/>
          </a:xfrm>
          <a:prstGeom prst="line">
            <a:avLst/>
          </a:prstGeom>
          <a:ln w="25400">
            <a:solidFill>
              <a:schemeClr val="tx1"/>
            </a:solidFill>
            <a:prstDash val="sysDot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7" name="연결선: 꺾임 76">
            <a:extLst>
              <a:ext uri="{FF2B5EF4-FFF2-40B4-BE49-F238E27FC236}">
                <a16:creationId xmlns:a16="http://schemas.microsoft.com/office/drawing/2014/main" id="{FA9FA2D6-9F91-4539-9D0F-7DB437F9F42E}"/>
              </a:ext>
            </a:extLst>
          </p:cNvPr>
          <p:cNvCxnSpPr>
            <a:stCxn id="30" idx="2"/>
            <a:endCxn id="25" idx="0"/>
          </p:cNvCxnSpPr>
          <p:nvPr/>
        </p:nvCxnSpPr>
        <p:spPr>
          <a:xfrm rot="5400000">
            <a:off x="3960000" y="4320000"/>
            <a:ext cx="360000" cy="1440000"/>
          </a:xfrm>
          <a:prstGeom prst="bentConnector3">
            <a:avLst/>
          </a:prstGeom>
          <a:ln w="381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9" name="연결선: 꺾임 78">
            <a:extLst>
              <a:ext uri="{FF2B5EF4-FFF2-40B4-BE49-F238E27FC236}">
                <a16:creationId xmlns:a16="http://schemas.microsoft.com/office/drawing/2014/main" id="{D710F8D1-2B91-409C-8146-1FE3F4E79061}"/>
              </a:ext>
            </a:extLst>
          </p:cNvPr>
          <p:cNvCxnSpPr>
            <a:stCxn id="30" idx="2"/>
            <a:endCxn id="26" idx="0"/>
          </p:cNvCxnSpPr>
          <p:nvPr/>
        </p:nvCxnSpPr>
        <p:spPr>
          <a:xfrm rot="16200000" flipH="1">
            <a:off x="5400000" y="4320000"/>
            <a:ext cx="360000" cy="1440000"/>
          </a:xfrm>
          <a:prstGeom prst="bentConnector3">
            <a:avLst/>
          </a:prstGeom>
          <a:ln w="381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1" name="직선 화살표 연결선 80">
            <a:extLst>
              <a:ext uri="{FF2B5EF4-FFF2-40B4-BE49-F238E27FC236}">
                <a16:creationId xmlns:a16="http://schemas.microsoft.com/office/drawing/2014/main" id="{9A1867C2-3205-49FA-B355-BE86A6631EDF}"/>
              </a:ext>
            </a:extLst>
          </p:cNvPr>
          <p:cNvCxnSpPr>
            <a:stCxn id="26" idx="2"/>
            <a:endCxn id="37" idx="0"/>
          </p:cNvCxnSpPr>
          <p:nvPr/>
        </p:nvCxnSpPr>
        <p:spPr>
          <a:xfrm>
            <a:off x="6300000" y="5580000"/>
            <a:ext cx="0" cy="180000"/>
          </a:xfrm>
          <a:prstGeom prst="straightConnector1">
            <a:avLst/>
          </a:prstGeom>
          <a:ln w="381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3" name="직선 화살표 연결선 82">
            <a:extLst>
              <a:ext uri="{FF2B5EF4-FFF2-40B4-BE49-F238E27FC236}">
                <a16:creationId xmlns:a16="http://schemas.microsoft.com/office/drawing/2014/main" id="{FAFD7093-A90B-4881-89BE-C1A7518BD418}"/>
              </a:ext>
            </a:extLst>
          </p:cNvPr>
          <p:cNvCxnSpPr>
            <a:stCxn id="25" idx="2"/>
            <a:endCxn id="38" idx="0"/>
          </p:cNvCxnSpPr>
          <p:nvPr/>
        </p:nvCxnSpPr>
        <p:spPr>
          <a:xfrm>
            <a:off x="3420000" y="5580000"/>
            <a:ext cx="0" cy="175334"/>
          </a:xfrm>
          <a:prstGeom prst="straightConnector1">
            <a:avLst/>
          </a:prstGeom>
          <a:ln w="381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4" name="TextBox 83">
            <a:extLst>
              <a:ext uri="{FF2B5EF4-FFF2-40B4-BE49-F238E27FC236}">
                <a16:creationId xmlns:a16="http://schemas.microsoft.com/office/drawing/2014/main" id="{45E4F59B-79EA-49CA-B2DE-54123153E63B}"/>
              </a:ext>
            </a:extLst>
          </p:cNvPr>
          <p:cNvSpPr txBox="1"/>
          <p:nvPr/>
        </p:nvSpPr>
        <p:spPr>
          <a:xfrm>
            <a:off x="0" y="0"/>
            <a:ext cx="2278966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2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Fig 3</a:t>
            </a:r>
            <a:endParaRPr lang="ko-KR" altLang="en-US" sz="28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67489568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TextBox 11"/>
          <p:cNvSpPr txBox="1"/>
          <p:nvPr/>
        </p:nvSpPr>
        <p:spPr>
          <a:xfrm>
            <a:off x="0" y="0"/>
            <a:ext cx="1260000" cy="54000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2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Fig 4</a:t>
            </a:r>
            <a:endParaRPr lang="ko-KR" altLang="en-US" sz="28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pic>
        <p:nvPicPr>
          <p:cNvPr id="2" name="그림 1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3" y="720000"/>
            <a:ext cx="3887991" cy="2591993"/>
          </a:xfrm>
          <a:prstGeom prst="rect">
            <a:avLst/>
          </a:prstGeom>
        </p:spPr>
      </p:pic>
      <p:pic>
        <p:nvPicPr>
          <p:cNvPr id="4" name="그림 3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3888004" y="719999"/>
            <a:ext cx="3887991" cy="2591994"/>
          </a:xfrm>
          <a:prstGeom prst="rect">
            <a:avLst/>
          </a:prstGeom>
        </p:spPr>
      </p:pic>
      <p:pic>
        <p:nvPicPr>
          <p:cNvPr id="5" name="그림 4"/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4" y="3312000"/>
            <a:ext cx="3887992" cy="2591994"/>
          </a:xfrm>
          <a:prstGeom prst="rect">
            <a:avLst/>
          </a:prstGeom>
        </p:spPr>
      </p:pic>
      <p:pic>
        <p:nvPicPr>
          <p:cNvPr id="7" name="그림 6"/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3888004" y="3312000"/>
            <a:ext cx="3887992" cy="2591994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144379" y="540000"/>
            <a:ext cx="432000" cy="36000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dirty="0">
                <a:latin typeface="Times New Roman" panose="02020603050405020304" pitchFamily="18" charset="0"/>
                <a:cs typeface="Times New Roman" panose="02020603050405020304" pitchFamily="18" charset="0"/>
              </a:rPr>
              <a:t>(a)</a:t>
            </a:r>
            <a:endParaRPr lang="ko-KR" altLang="en-US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0" name="TextBox 9"/>
          <p:cNvSpPr txBox="1"/>
          <p:nvPr/>
        </p:nvSpPr>
        <p:spPr>
          <a:xfrm>
            <a:off x="4032000" y="540000"/>
            <a:ext cx="4320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dirty="0">
                <a:latin typeface="Times New Roman" panose="02020603050405020304" pitchFamily="18" charset="0"/>
                <a:cs typeface="Times New Roman" panose="02020603050405020304" pitchFamily="18" charset="0"/>
              </a:rPr>
              <a:t>(b)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032000" y="3132000"/>
            <a:ext cx="4320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dirty="0">
                <a:latin typeface="Times New Roman" panose="02020603050405020304" pitchFamily="18" charset="0"/>
                <a:cs typeface="Times New Roman" panose="02020603050405020304" pitchFamily="18" charset="0"/>
              </a:rPr>
              <a:t>(d)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44000" y="3132000"/>
            <a:ext cx="4320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dirty="0">
                <a:latin typeface="Times New Roman" panose="02020603050405020304" pitchFamily="18" charset="0"/>
                <a:cs typeface="Times New Roman" panose="02020603050405020304" pitchFamily="18" charset="0"/>
              </a:rPr>
              <a:t>(c)</a:t>
            </a:r>
          </a:p>
        </p:txBody>
      </p:sp>
      <p:pic>
        <p:nvPicPr>
          <p:cNvPr id="14" name="그림 13">
            <a:extLst>
              <a:ext uri="{FF2B5EF4-FFF2-40B4-BE49-F238E27FC236}">
                <a16:creationId xmlns:a16="http://schemas.microsoft.com/office/drawing/2014/main" id="{125C9995-B891-4D8D-B7DB-AAF6DF5FF318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2" y="5904000"/>
            <a:ext cx="3887992" cy="2591994"/>
          </a:xfrm>
          <a:prstGeom prst="rect">
            <a:avLst/>
          </a:prstGeom>
        </p:spPr>
      </p:pic>
      <p:sp>
        <p:nvSpPr>
          <p:cNvPr id="16" name="TextBox 15">
            <a:extLst>
              <a:ext uri="{FF2B5EF4-FFF2-40B4-BE49-F238E27FC236}">
                <a16:creationId xmlns:a16="http://schemas.microsoft.com/office/drawing/2014/main" id="{48AD5A69-25DC-4CA8-983A-9FC81B9DC2A6}"/>
              </a:ext>
            </a:extLst>
          </p:cNvPr>
          <p:cNvSpPr txBox="1"/>
          <p:nvPr/>
        </p:nvSpPr>
        <p:spPr>
          <a:xfrm>
            <a:off x="144000" y="5724000"/>
            <a:ext cx="4320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dirty="0">
                <a:latin typeface="Times New Roman" panose="02020603050405020304" pitchFamily="18" charset="0"/>
                <a:cs typeface="Times New Roman" panose="02020603050405020304" pitchFamily="18" charset="0"/>
              </a:rPr>
              <a:t>(e)</a:t>
            </a:r>
          </a:p>
        </p:txBody>
      </p:sp>
    </p:spTree>
    <p:extLst>
      <p:ext uri="{BB962C8B-B14F-4D97-AF65-F5344CB8AC3E}">
        <p14:creationId xmlns:p14="http://schemas.microsoft.com/office/powerpoint/2010/main" val="2180141471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TextBox 11"/>
          <p:cNvSpPr txBox="1"/>
          <p:nvPr/>
        </p:nvSpPr>
        <p:spPr>
          <a:xfrm>
            <a:off x="0" y="0"/>
            <a:ext cx="1260000" cy="54000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2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Fig 5</a:t>
            </a:r>
            <a:endParaRPr lang="ko-KR" altLang="en-US" sz="28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pic>
        <p:nvPicPr>
          <p:cNvPr id="2" name="그림 1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16001" y="720000"/>
            <a:ext cx="3455996" cy="2591997"/>
          </a:xfrm>
          <a:prstGeom prst="rect">
            <a:avLst/>
          </a:prstGeom>
        </p:spPr>
      </p:pic>
      <p:pic>
        <p:nvPicPr>
          <p:cNvPr id="4" name="그림 3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456302" y="719999"/>
            <a:ext cx="3455997" cy="2591998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144379" y="540000"/>
            <a:ext cx="432000" cy="36000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dirty="0">
                <a:latin typeface="Times New Roman" panose="02020603050405020304" pitchFamily="18" charset="0"/>
                <a:cs typeface="Times New Roman" panose="02020603050405020304" pitchFamily="18" charset="0"/>
              </a:rPr>
              <a:t>(a)</a:t>
            </a:r>
            <a:endParaRPr lang="ko-KR" altLang="en-US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0" name="TextBox 9"/>
          <p:cNvSpPr txBox="1"/>
          <p:nvPr/>
        </p:nvSpPr>
        <p:spPr>
          <a:xfrm>
            <a:off x="3384300" y="540000"/>
            <a:ext cx="4320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dirty="0">
                <a:latin typeface="Times New Roman" panose="02020603050405020304" pitchFamily="18" charset="0"/>
                <a:cs typeface="Times New Roman" panose="02020603050405020304" pitchFamily="18" charset="0"/>
              </a:rPr>
              <a:t>(b)</a:t>
            </a:r>
          </a:p>
        </p:txBody>
      </p:sp>
    </p:spTree>
    <p:extLst>
      <p:ext uri="{BB962C8B-B14F-4D97-AF65-F5344CB8AC3E}">
        <p14:creationId xmlns:p14="http://schemas.microsoft.com/office/powerpoint/2010/main" val="2453228684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TextBox 11"/>
          <p:cNvSpPr txBox="1"/>
          <p:nvPr/>
        </p:nvSpPr>
        <p:spPr>
          <a:xfrm>
            <a:off x="0" y="0"/>
            <a:ext cx="1260000" cy="54000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2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Fig 6</a:t>
            </a:r>
            <a:endParaRPr lang="ko-KR" altLang="en-US" sz="28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pic>
        <p:nvPicPr>
          <p:cNvPr id="2" name="그림 1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4" y="720000"/>
            <a:ext cx="3887989" cy="2591993"/>
          </a:xfrm>
          <a:prstGeom prst="rect">
            <a:avLst/>
          </a:prstGeom>
        </p:spPr>
      </p:pic>
      <p:pic>
        <p:nvPicPr>
          <p:cNvPr id="4" name="그림 3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3888004" y="719999"/>
            <a:ext cx="3887992" cy="2591994"/>
          </a:xfrm>
          <a:prstGeom prst="rect">
            <a:avLst/>
          </a:prstGeom>
        </p:spPr>
      </p:pic>
      <p:pic>
        <p:nvPicPr>
          <p:cNvPr id="5" name="그림 4"/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4" y="3312000"/>
            <a:ext cx="3887991" cy="2591994"/>
          </a:xfrm>
          <a:prstGeom prst="rect">
            <a:avLst/>
          </a:prstGeom>
        </p:spPr>
      </p:pic>
      <p:pic>
        <p:nvPicPr>
          <p:cNvPr id="7" name="그림 6"/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3888004" y="3312000"/>
            <a:ext cx="3887991" cy="2591994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144379" y="540000"/>
            <a:ext cx="432000" cy="36000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dirty="0">
                <a:latin typeface="Times New Roman" panose="02020603050405020304" pitchFamily="18" charset="0"/>
                <a:cs typeface="Times New Roman" panose="02020603050405020304" pitchFamily="18" charset="0"/>
              </a:rPr>
              <a:t>(a)</a:t>
            </a:r>
            <a:endParaRPr lang="ko-KR" altLang="en-US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0" name="TextBox 9"/>
          <p:cNvSpPr txBox="1"/>
          <p:nvPr/>
        </p:nvSpPr>
        <p:spPr>
          <a:xfrm>
            <a:off x="4032000" y="540000"/>
            <a:ext cx="4320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dirty="0">
                <a:latin typeface="Times New Roman" panose="02020603050405020304" pitchFamily="18" charset="0"/>
                <a:cs typeface="Times New Roman" panose="02020603050405020304" pitchFamily="18" charset="0"/>
              </a:rPr>
              <a:t>(b)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032000" y="3132000"/>
            <a:ext cx="4320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dirty="0">
                <a:latin typeface="Times New Roman" panose="02020603050405020304" pitchFamily="18" charset="0"/>
                <a:cs typeface="Times New Roman" panose="02020603050405020304" pitchFamily="18" charset="0"/>
              </a:rPr>
              <a:t>(d)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44000" y="3132000"/>
            <a:ext cx="4320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dirty="0">
                <a:latin typeface="Times New Roman" panose="02020603050405020304" pitchFamily="18" charset="0"/>
                <a:cs typeface="Times New Roman" panose="02020603050405020304" pitchFamily="18" charset="0"/>
              </a:rPr>
              <a:t>(c)</a:t>
            </a:r>
          </a:p>
        </p:txBody>
      </p:sp>
    </p:spTree>
    <p:extLst>
      <p:ext uri="{BB962C8B-B14F-4D97-AF65-F5344CB8AC3E}">
        <p14:creationId xmlns:p14="http://schemas.microsoft.com/office/powerpoint/2010/main" val="3584683755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TextBox 11"/>
          <p:cNvSpPr txBox="1"/>
          <p:nvPr/>
        </p:nvSpPr>
        <p:spPr>
          <a:xfrm>
            <a:off x="-1" y="0"/>
            <a:ext cx="3440625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2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Fig S1</a:t>
            </a:r>
            <a:endParaRPr lang="ko-KR" altLang="en-US" sz="28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grpSp>
        <p:nvGrpSpPr>
          <p:cNvPr id="2" name="그룹 1">
            <a:extLst>
              <a:ext uri="{FF2B5EF4-FFF2-40B4-BE49-F238E27FC236}">
                <a16:creationId xmlns:a16="http://schemas.microsoft.com/office/drawing/2014/main" id="{1102B067-ECF1-4341-9974-D5D42C7B4F13}"/>
              </a:ext>
            </a:extLst>
          </p:cNvPr>
          <p:cNvGrpSpPr/>
          <p:nvPr/>
        </p:nvGrpSpPr>
        <p:grpSpPr>
          <a:xfrm>
            <a:off x="1024800" y="750524"/>
            <a:ext cx="7825287" cy="5771563"/>
            <a:chOff x="1024800" y="750524"/>
            <a:chExt cx="7825287" cy="5771563"/>
          </a:xfrm>
        </p:grpSpPr>
        <p:pic>
          <p:nvPicPr>
            <p:cNvPr id="9" name="그림 8">
              <a:extLst>
                <a:ext uri="{FF2B5EF4-FFF2-40B4-BE49-F238E27FC236}">
                  <a16:creationId xmlns:a16="http://schemas.microsoft.com/office/drawing/2014/main" id="{F047214C-62BA-44B0-BCF7-CCD9048600E5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1024800" y="750524"/>
              <a:ext cx="7360988" cy="4907325"/>
            </a:xfrm>
            <a:prstGeom prst="rect">
              <a:avLst/>
            </a:prstGeom>
          </p:spPr>
        </p:pic>
        <p:grpSp>
          <p:nvGrpSpPr>
            <p:cNvPr id="15" name="그룹 14">
              <a:extLst>
                <a:ext uri="{FF2B5EF4-FFF2-40B4-BE49-F238E27FC236}">
                  <a16:creationId xmlns:a16="http://schemas.microsoft.com/office/drawing/2014/main" id="{B5F810B4-7676-4C64-B06A-F8AD1A0EADA7}"/>
                </a:ext>
              </a:extLst>
            </p:cNvPr>
            <p:cNvGrpSpPr/>
            <p:nvPr/>
          </p:nvGrpSpPr>
          <p:grpSpPr>
            <a:xfrm>
              <a:off x="2766087" y="5011756"/>
              <a:ext cx="6084000" cy="1295444"/>
              <a:chOff x="6480000" y="3383546"/>
              <a:chExt cx="6084000" cy="1295444"/>
            </a:xfrm>
          </p:grpSpPr>
          <p:cxnSp>
            <p:nvCxnSpPr>
              <p:cNvPr id="16" name="직선 화살표 연결선 15">
                <a:extLst>
                  <a:ext uri="{FF2B5EF4-FFF2-40B4-BE49-F238E27FC236}">
                    <a16:creationId xmlns:a16="http://schemas.microsoft.com/office/drawing/2014/main" id="{D8F826DC-F338-4A83-99BB-308612FE3B40}"/>
                  </a:ext>
                </a:extLst>
              </p:cNvPr>
              <p:cNvCxnSpPr/>
              <p:nvPr/>
            </p:nvCxnSpPr>
            <p:spPr>
              <a:xfrm>
                <a:off x="6480000" y="3600000"/>
                <a:ext cx="360000" cy="0"/>
              </a:xfrm>
              <a:prstGeom prst="straightConnector1">
                <a:avLst/>
              </a:prstGeom>
              <a:ln w="25400">
                <a:solidFill>
                  <a:srgbClr val="FF0000"/>
                </a:solidFill>
                <a:tailEnd type="non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8" name="직선 화살표 연결선 17">
                <a:extLst>
                  <a:ext uri="{FF2B5EF4-FFF2-40B4-BE49-F238E27FC236}">
                    <a16:creationId xmlns:a16="http://schemas.microsoft.com/office/drawing/2014/main" id="{8B841C13-9A64-490F-B2D9-62A01B7A00D6}"/>
                  </a:ext>
                </a:extLst>
              </p:cNvPr>
              <p:cNvCxnSpPr/>
              <p:nvPr/>
            </p:nvCxnSpPr>
            <p:spPr>
              <a:xfrm>
                <a:off x="6480000" y="4138990"/>
                <a:ext cx="360000" cy="0"/>
              </a:xfrm>
              <a:prstGeom prst="straightConnector1">
                <a:avLst/>
              </a:prstGeom>
              <a:ln w="25400">
                <a:solidFill>
                  <a:schemeClr val="accent6"/>
                </a:solidFill>
                <a:tailEnd type="non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0" name="직선 화살표 연결선 19">
                <a:extLst>
                  <a:ext uri="{FF2B5EF4-FFF2-40B4-BE49-F238E27FC236}">
                    <a16:creationId xmlns:a16="http://schemas.microsoft.com/office/drawing/2014/main" id="{1B5AD64C-F670-47A6-8245-9B776454DECE}"/>
                  </a:ext>
                </a:extLst>
              </p:cNvPr>
              <p:cNvCxnSpPr/>
              <p:nvPr/>
            </p:nvCxnSpPr>
            <p:spPr>
              <a:xfrm>
                <a:off x="6480000" y="4678990"/>
                <a:ext cx="360000" cy="0"/>
              </a:xfrm>
              <a:prstGeom prst="straightConnector1">
                <a:avLst/>
              </a:prstGeom>
              <a:ln w="25400">
                <a:solidFill>
                  <a:srgbClr val="00B0F0"/>
                </a:solidFill>
                <a:tailEnd type="non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22" name="직사각형 21">
                <a:extLst>
                  <a:ext uri="{FF2B5EF4-FFF2-40B4-BE49-F238E27FC236}">
                    <a16:creationId xmlns:a16="http://schemas.microsoft.com/office/drawing/2014/main" id="{0E4CAB20-0D04-40B5-BC3A-35F2E08E52C0}"/>
                  </a:ext>
                </a:extLst>
              </p:cNvPr>
              <p:cNvSpPr/>
              <p:nvPr/>
            </p:nvSpPr>
            <p:spPr>
              <a:xfrm>
                <a:off x="6804000" y="3383546"/>
                <a:ext cx="5760000" cy="430887"/>
              </a:xfrm>
              <a:prstGeom prst="rect">
                <a:avLst/>
              </a:prstGeom>
            </p:spPr>
            <p:txBody>
              <a:bodyPr wrap="square" anchor="ctr" anchorCtr="0">
                <a:spAutoFit/>
              </a:bodyPr>
              <a:lstStyle/>
              <a:p>
                <a:r>
                  <a:rPr lang="en-US" altLang="ko-KR" sz="2200" b="1" dirty="0">
                    <a:solidFill>
                      <a:srgbClr val="000000"/>
                    </a:solidFill>
                    <a:latin typeface="Times New Roman" panose="02020603050405020304" pitchFamily="18" charset="0"/>
                    <a:ea typeface="Times New Roman" panose="02020603050405020304" pitchFamily="18" charset="0"/>
                  </a:rPr>
                  <a:t>Atom - probe edge</a:t>
                </a:r>
              </a:p>
            </p:txBody>
          </p:sp>
          <p:sp>
            <p:nvSpPr>
              <p:cNvPr id="26" name="직사각형 25">
                <a:extLst>
                  <a:ext uri="{FF2B5EF4-FFF2-40B4-BE49-F238E27FC236}">
                    <a16:creationId xmlns:a16="http://schemas.microsoft.com/office/drawing/2014/main" id="{3110E5F7-B887-495C-AF7E-CBA63E885859}"/>
                  </a:ext>
                </a:extLst>
              </p:cNvPr>
              <p:cNvSpPr/>
              <p:nvPr/>
            </p:nvSpPr>
            <p:spPr>
              <a:xfrm>
                <a:off x="6803999" y="3922990"/>
                <a:ext cx="3864904" cy="430887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r>
                  <a:rPr lang="en-US" altLang="ko-KR" sz="2200" b="1" dirty="0">
                    <a:solidFill>
                      <a:srgbClr val="000000"/>
                    </a:solidFill>
                    <a:latin typeface="Times New Roman" panose="02020603050405020304" pitchFamily="18" charset="0"/>
                    <a:ea typeface="Times New Roman" panose="02020603050405020304" pitchFamily="18" charset="0"/>
                  </a:rPr>
                  <a:t>Intra-residue atom-atom edge</a:t>
                </a:r>
                <a:endParaRPr lang="ko-KR" altLang="en-US" sz="2200" b="1" dirty="0"/>
              </a:p>
            </p:txBody>
          </p:sp>
        </p:grpSp>
        <p:sp>
          <p:nvSpPr>
            <p:cNvPr id="29" name="직사각형 28">
              <a:extLst>
                <a:ext uri="{FF2B5EF4-FFF2-40B4-BE49-F238E27FC236}">
                  <a16:creationId xmlns:a16="http://schemas.microsoft.com/office/drawing/2014/main" id="{509437BC-7109-48AF-9A37-8AF0E60098F4}"/>
                </a:ext>
              </a:extLst>
            </p:cNvPr>
            <p:cNvSpPr/>
            <p:nvPr/>
          </p:nvSpPr>
          <p:spPr>
            <a:xfrm>
              <a:off x="3090087" y="6091200"/>
              <a:ext cx="2214068" cy="430887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r>
                <a:rPr lang="en-US" altLang="ko-KR" sz="2200" b="1" dirty="0">
                  <a:solidFill>
                    <a:srgbClr val="000000"/>
                  </a:solidFill>
                  <a:latin typeface="Times New Roman" panose="02020603050405020304" pitchFamily="18" charset="0"/>
                  <a:ea typeface="Times New Roman" panose="02020603050405020304" pitchFamily="18" charset="0"/>
                </a:rPr>
                <a:t>Long-range edge</a:t>
              </a:r>
              <a:endParaRPr lang="ko-KR" altLang="en-US" sz="2200" b="1" dirty="0"/>
            </a:p>
          </p:txBody>
        </p:sp>
      </p:grpSp>
    </p:spTree>
    <p:extLst>
      <p:ext uri="{BB962C8B-B14F-4D97-AF65-F5344CB8AC3E}">
        <p14:creationId xmlns:p14="http://schemas.microsoft.com/office/powerpoint/2010/main" val="813663928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318C036-C9B1-8610-DBA9-41DB6293A45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TextBox 11">
            <a:extLst>
              <a:ext uri="{FF2B5EF4-FFF2-40B4-BE49-F238E27FC236}">
                <a16:creationId xmlns:a16="http://schemas.microsoft.com/office/drawing/2014/main" id="{36D3D068-D6E5-07CA-0BE5-54C55ECDC6F3}"/>
              </a:ext>
            </a:extLst>
          </p:cNvPr>
          <p:cNvSpPr txBox="1"/>
          <p:nvPr/>
        </p:nvSpPr>
        <p:spPr>
          <a:xfrm>
            <a:off x="0" y="0"/>
            <a:ext cx="1260000" cy="54000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2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Fig 7</a:t>
            </a:r>
            <a:endParaRPr lang="ko-KR" altLang="en-US" sz="28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pic>
        <p:nvPicPr>
          <p:cNvPr id="2" name="그림 1">
            <a:extLst>
              <a:ext uri="{FF2B5EF4-FFF2-40B4-BE49-F238E27FC236}">
                <a16:creationId xmlns:a16="http://schemas.microsoft.com/office/drawing/2014/main" id="{8129C3CC-6C15-818A-74E5-642A615513C5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4" y="720000"/>
            <a:ext cx="3887988" cy="2591992"/>
          </a:xfrm>
          <a:prstGeom prst="rect">
            <a:avLst/>
          </a:prstGeom>
        </p:spPr>
      </p:pic>
      <p:pic>
        <p:nvPicPr>
          <p:cNvPr id="4" name="그림 3">
            <a:extLst>
              <a:ext uri="{FF2B5EF4-FFF2-40B4-BE49-F238E27FC236}">
                <a16:creationId xmlns:a16="http://schemas.microsoft.com/office/drawing/2014/main" id="{7D26C57C-F3EB-F7DA-1763-BD8449D92BC4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3888004" y="719999"/>
            <a:ext cx="3887992" cy="2591994"/>
          </a:xfrm>
          <a:prstGeom prst="rect">
            <a:avLst/>
          </a:prstGeom>
        </p:spPr>
      </p:pic>
      <p:pic>
        <p:nvPicPr>
          <p:cNvPr id="5" name="그림 4">
            <a:extLst>
              <a:ext uri="{FF2B5EF4-FFF2-40B4-BE49-F238E27FC236}">
                <a16:creationId xmlns:a16="http://schemas.microsoft.com/office/drawing/2014/main" id="{1422DCDA-4521-FA49-42C4-2707D8F53D82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4" y="3312000"/>
            <a:ext cx="3887991" cy="2591994"/>
          </a:xfrm>
          <a:prstGeom prst="rect">
            <a:avLst/>
          </a:prstGeom>
        </p:spPr>
      </p:pic>
      <p:pic>
        <p:nvPicPr>
          <p:cNvPr id="7" name="그림 6">
            <a:extLst>
              <a:ext uri="{FF2B5EF4-FFF2-40B4-BE49-F238E27FC236}">
                <a16:creationId xmlns:a16="http://schemas.microsoft.com/office/drawing/2014/main" id="{F7EEDDCA-C91A-6250-5FB3-B756A4D2D180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3888004" y="3312000"/>
            <a:ext cx="3887992" cy="2591994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F898E673-F421-7409-C20F-1E85E9729558}"/>
              </a:ext>
            </a:extLst>
          </p:cNvPr>
          <p:cNvSpPr txBox="1"/>
          <p:nvPr/>
        </p:nvSpPr>
        <p:spPr>
          <a:xfrm>
            <a:off x="144379" y="540000"/>
            <a:ext cx="432000" cy="36000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dirty="0">
                <a:latin typeface="Times New Roman" panose="02020603050405020304" pitchFamily="18" charset="0"/>
                <a:cs typeface="Times New Roman" panose="02020603050405020304" pitchFamily="18" charset="0"/>
              </a:rPr>
              <a:t>(a)</a:t>
            </a:r>
            <a:endParaRPr lang="ko-KR" altLang="en-US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56D71F52-B423-1F18-A656-0DF213696AF4}"/>
              </a:ext>
            </a:extLst>
          </p:cNvPr>
          <p:cNvSpPr txBox="1"/>
          <p:nvPr/>
        </p:nvSpPr>
        <p:spPr>
          <a:xfrm>
            <a:off x="4032000" y="540000"/>
            <a:ext cx="4320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dirty="0">
                <a:latin typeface="Times New Roman" panose="02020603050405020304" pitchFamily="18" charset="0"/>
                <a:cs typeface="Times New Roman" panose="02020603050405020304" pitchFamily="18" charset="0"/>
              </a:rPr>
              <a:t>(b)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E7220B1E-4CBD-EF01-79DA-EF29FDA37507}"/>
              </a:ext>
            </a:extLst>
          </p:cNvPr>
          <p:cNvSpPr txBox="1"/>
          <p:nvPr/>
        </p:nvSpPr>
        <p:spPr>
          <a:xfrm>
            <a:off x="4032000" y="3132000"/>
            <a:ext cx="4320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dirty="0">
                <a:latin typeface="Times New Roman" panose="02020603050405020304" pitchFamily="18" charset="0"/>
                <a:cs typeface="Times New Roman" panose="02020603050405020304" pitchFamily="18" charset="0"/>
              </a:rPr>
              <a:t>(d)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B717C563-0E65-C33E-4F23-CE2884049008}"/>
              </a:ext>
            </a:extLst>
          </p:cNvPr>
          <p:cNvSpPr txBox="1"/>
          <p:nvPr/>
        </p:nvSpPr>
        <p:spPr>
          <a:xfrm>
            <a:off x="144000" y="3132000"/>
            <a:ext cx="4320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dirty="0">
                <a:latin typeface="Times New Roman" panose="02020603050405020304" pitchFamily="18" charset="0"/>
                <a:cs typeface="Times New Roman" panose="02020603050405020304" pitchFamily="18" charset="0"/>
              </a:rPr>
              <a:t>(c)</a:t>
            </a:r>
          </a:p>
        </p:txBody>
      </p:sp>
    </p:spTree>
    <p:extLst>
      <p:ext uri="{BB962C8B-B14F-4D97-AF65-F5344CB8AC3E}">
        <p14:creationId xmlns:p14="http://schemas.microsoft.com/office/powerpoint/2010/main" val="3317021091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027F6A2-5B9E-B071-38B1-2D1A6C94B02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TextBox 11">
            <a:extLst>
              <a:ext uri="{FF2B5EF4-FFF2-40B4-BE49-F238E27FC236}">
                <a16:creationId xmlns:a16="http://schemas.microsoft.com/office/drawing/2014/main" id="{092D1E25-E8BE-BF1C-9711-5CA0B62194B2}"/>
              </a:ext>
            </a:extLst>
          </p:cNvPr>
          <p:cNvSpPr txBox="1"/>
          <p:nvPr/>
        </p:nvSpPr>
        <p:spPr>
          <a:xfrm>
            <a:off x="0" y="0"/>
            <a:ext cx="1260000" cy="54000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2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Fig S2</a:t>
            </a:r>
            <a:endParaRPr lang="ko-KR" altLang="en-US" sz="28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pic>
        <p:nvPicPr>
          <p:cNvPr id="2" name="그림 1">
            <a:extLst>
              <a:ext uri="{FF2B5EF4-FFF2-40B4-BE49-F238E27FC236}">
                <a16:creationId xmlns:a16="http://schemas.microsoft.com/office/drawing/2014/main" id="{68DF8AFD-0C12-8F4C-22D1-5F42C0F92F49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3" y="720000"/>
            <a:ext cx="3887994" cy="2591995"/>
          </a:xfrm>
          <a:prstGeom prst="rect">
            <a:avLst/>
          </a:prstGeom>
        </p:spPr>
      </p:pic>
      <p:pic>
        <p:nvPicPr>
          <p:cNvPr id="4" name="그림 3">
            <a:extLst>
              <a:ext uri="{FF2B5EF4-FFF2-40B4-BE49-F238E27FC236}">
                <a16:creationId xmlns:a16="http://schemas.microsoft.com/office/drawing/2014/main" id="{12EBC6E6-3324-24D5-1480-042F8DF10CD1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3888003" y="719999"/>
            <a:ext cx="3887995" cy="2591996"/>
          </a:xfrm>
          <a:prstGeom prst="rect">
            <a:avLst/>
          </a:prstGeom>
        </p:spPr>
      </p:pic>
      <p:pic>
        <p:nvPicPr>
          <p:cNvPr id="5" name="그림 4">
            <a:extLst>
              <a:ext uri="{FF2B5EF4-FFF2-40B4-BE49-F238E27FC236}">
                <a16:creationId xmlns:a16="http://schemas.microsoft.com/office/drawing/2014/main" id="{07D79794-3F85-074B-B157-81F9293E8038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3" y="3312000"/>
            <a:ext cx="3887995" cy="2591996"/>
          </a:xfrm>
          <a:prstGeom prst="rect">
            <a:avLst/>
          </a:prstGeom>
        </p:spPr>
      </p:pic>
      <p:pic>
        <p:nvPicPr>
          <p:cNvPr id="7" name="그림 6">
            <a:extLst>
              <a:ext uri="{FF2B5EF4-FFF2-40B4-BE49-F238E27FC236}">
                <a16:creationId xmlns:a16="http://schemas.microsoft.com/office/drawing/2014/main" id="{EEF2321C-25B0-05A1-3AC1-20DE2950B95A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3888003" y="3312000"/>
            <a:ext cx="3887995" cy="2591996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C5949577-3F51-DAB5-12D2-B7E7FBE99E7A}"/>
              </a:ext>
            </a:extLst>
          </p:cNvPr>
          <p:cNvSpPr txBox="1"/>
          <p:nvPr/>
        </p:nvSpPr>
        <p:spPr>
          <a:xfrm>
            <a:off x="144379" y="540000"/>
            <a:ext cx="432000" cy="36000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dirty="0">
                <a:latin typeface="Times New Roman" panose="02020603050405020304" pitchFamily="18" charset="0"/>
                <a:cs typeface="Times New Roman" panose="02020603050405020304" pitchFamily="18" charset="0"/>
              </a:rPr>
              <a:t>(a)</a:t>
            </a:r>
            <a:endParaRPr lang="ko-KR" altLang="en-US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9669274E-F870-AEDA-4CD9-213AB843E833}"/>
              </a:ext>
            </a:extLst>
          </p:cNvPr>
          <p:cNvSpPr txBox="1"/>
          <p:nvPr/>
        </p:nvSpPr>
        <p:spPr>
          <a:xfrm>
            <a:off x="4032000" y="540000"/>
            <a:ext cx="4320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dirty="0">
                <a:latin typeface="Times New Roman" panose="02020603050405020304" pitchFamily="18" charset="0"/>
                <a:cs typeface="Times New Roman" panose="02020603050405020304" pitchFamily="18" charset="0"/>
              </a:rPr>
              <a:t>(b)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F9AA1125-3A0F-3B7E-89AA-2AD11ADD3D30}"/>
              </a:ext>
            </a:extLst>
          </p:cNvPr>
          <p:cNvSpPr txBox="1"/>
          <p:nvPr/>
        </p:nvSpPr>
        <p:spPr>
          <a:xfrm>
            <a:off x="4032000" y="3132000"/>
            <a:ext cx="4320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dirty="0">
                <a:latin typeface="Times New Roman" panose="02020603050405020304" pitchFamily="18" charset="0"/>
                <a:cs typeface="Times New Roman" panose="02020603050405020304" pitchFamily="18" charset="0"/>
              </a:rPr>
              <a:t>(d)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444FB854-03AF-2797-2948-9B97A2384D8E}"/>
              </a:ext>
            </a:extLst>
          </p:cNvPr>
          <p:cNvSpPr txBox="1"/>
          <p:nvPr/>
        </p:nvSpPr>
        <p:spPr>
          <a:xfrm>
            <a:off x="144000" y="3132000"/>
            <a:ext cx="4320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dirty="0">
                <a:latin typeface="Times New Roman" panose="02020603050405020304" pitchFamily="18" charset="0"/>
                <a:cs typeface="Times New Roman" panose="02020603050405020304" pitchFamily="18" charset="0"/>
              </a:rPr>
              <a:t>(c)</a:t>
            </a:r>
          </a:p>
        </p:txBody>
      </p:sp>
    </p:spTree>
    <p:extLst>
      <p:ext uri="{BB962C8B-B14F-4D97-AF65-F5344CB8AC3E}">
        <p14:creationId xmlns:p14="http://schemas.microsoft.com/office/powerpoint/2010/main" val="4150868626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TextBox 11"/>
          <p:cNvSpPr txBox="1"/>
          <p:nvPr/>
        </p:nvSpPr>
        <p:spPr>
          <a:xfrm>
            <a:off x="0" y="0"/>
            <a:ext cx="3094892" cy="54000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2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Fig S3</a:t>
            </a:r>
            <a:endParaRPr lang="ko-KR" altLang="en-US" sz="28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pic>
        <p:nvPicPr>
          <p:cNvPr id="2" name="그림 1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2" y="720000"/>
            <a:ext cx="3887995" cy="2591996"/>
          </a:xfrm>
          <a:prstGeom prst="rect">
            <a:avLst/>
          </a:prstGeom>
        </p:spPr>
      </p:pic>
      <p:pic>
        <p:nvPicPr>
          <p:cNvPr id="4" name="그림 3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3888003" y="719999"/>
            <a:ext cx="3887995" cy="2591997"/>
          </a:xfrm>
          <a:prstGeom prst="rect">
            <a:avLst/>
          </a:prstGeom>
        </p:spPr>
      </p:pic>
      <p:pic>
        <p:nvPicPr>
          <p:cNvPr id="5" name="그림 4"/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2" y="3312000"/>
            <a:ext cx="3887997" cy="2591997"/>
          </a:xfrm>
          <a:prstGeom prst="rect">
            <a:avLst/>
          </a:prstGeom>
        </p:spPr>
      </p:pic>
      <p:pic>
        <p:nvPicPr>
          <p:cNvPr id="7" name="그림 6"/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3888002" y="3312000"/>
            <a:ext cx="3887997" cy="2591997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144379" y="540000"/>
            <a:ext cx="4320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dirty="0">
                <a:latin typeface="Times New Roman" panose="02020603050405020304" pitchFamily="18" charset="0"/>
                <a:cs typeface="Times New Roman" panose="02020603050405020304" pitchFamily="18" charset="0"/>
              </a:rPr>
              <a:t>(a)</a:t>
            </a:r>
            <a:endParaRPr lang="ko-KR" altLang="en-US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0" name="TextBox 9"/>
          <p:cNvSpPr txBox="1"/>
          <p:nvPr/>
        </p:nvSpPr>
        <p:spPr>
          <a:xfrm>
            <a:off x="4032000" y="540000"/>
            <a:ext cx="4320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dirty="0">
                <a:latin typeface="Times New Roman" panose="02020603050405020304" pitchFamily="18" charset="0"/>
                <a:cs typeface="Times New Roman" panose="02020603050405020304" pitchFamily="18" charset="0"/>
              </a:rPr>
              <a:t>(b)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032000" y="3132000"/>
            <a:ext cx="4320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dirty="0">
                <a:latin typeface="Times New Roman" panose="02020603050405020304" pitchFamily="18" charset="0"/>
                <a:cs typeface="Times New Roman" panose="02020603050405020304" pitchFamily="18" charset="0"/>
              </a:rPr>
              <a:t>(d)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44000" y="3132000"/>
            <a:ext cx="4320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dirty="0">
                <a:latin typeface="Times New Roman" panose="02020603050405020304" pitchFamily="18" charset="0"/>
                <a:cs typeface="Times New Roman" panose="02020603050405020304" pitchFamily="18" charset="0"/>
              </a:rPr>
              <a:t>(c)</a:t>
            </a:r>
          </a:p>
        </p:txBody>
      </p:sp>
    </p:spTree>
    <p:extLst>
      <p:ext uri="{BB962C8B-B14F-4D97-AF65-F5344CB8AC3E}">
        <p14:creationId xmlns:p14="http://schemas.microsoft.com/office/powerpoint/2010/main" val="1970969583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TextBox 11"/>
          <p:cNvSpPr txBox="1"/>
          <p:nvPr/>
        </p:nvSpPr>
        <p:spPr>
          <a:xfrm>
            <a:off x="0" y="0"/>
            <a:ext cx="1260000" cy="95410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2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Fig S4</a:t>
            </a:r>
          </a:p>
          <a:p>
            <a:endParaRPr lang="ko-KR" altLang="en-US" sz="28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pic>
        <p:nvPicPr>
          <p:cNvPr id="2" name="그림 1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16001" y="772252"/>
            <a:ext cx="3455996" cy="2591997"/>
          </a:xfrm>
          <a:prstGeom prst="rect">
            <a:avLst/>
          </a:prstGeom>
        </p:spPr>
      </p:pic>
      <p:pic>
        <p:nvPicPr>
          <p:cNvPr id="4" name="그림 3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795940" y="772251"/>
            <a:ext cx="3455997" cy="2591997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144379" y="409370"/>
            <a:ext cx="432000" cy="36000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dirty="0">
                <a:latin typeface="Times New Roman" panose="02020603050405020304" pitchFamily="18" charset="0"/>
                <a:cs typeface="Times New Roman" panose="02020603050405020304" pitchFamily="18" charset="0"/>
              </a:rPr>
              <a:t>(a)</a:t>
            </a:r>
            <a:endParaRPr lang="ko-KR" altLang="en-US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0" name="TextBox 9"/>
          <p:cNvSpPr txBox="1"/>
          <p:nvPr/>
        </p:nvSpPr>
        <p:spPr>
          <a:xfrm>
            <a:off x="3723938" y="409370"/>
            <a:ext cx="4320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dirty="0">
                <a:latin typeface="Times New Roman" panose="02020603050405020304" pitchFamily="18" charset="0"/>
                <a:cs typeface="Times New Roman" panose="02020603050405020304" pitchFamily="18" charset="0"/>
              </a:rPr>
              <a:t>(b)</a:t>
            </a:r>
          </a:p>
        </p:txBody>
      </p:sp>
    </p:spTree>
    <p:extLst>
      <p:ext uri="{BB962C8B-B14F-4D97-AF65-F5344CB8AC3E}">
        <p14:creationId xmlns:p14="http://schemas.microsoft.com/office/powerpoint/2010/main" val="2208208573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6677BAE-BA80-E857-D6EB-7CDCF1D47EA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TextBox 11">
            <a:extLst>
              <a:ext uri="{FF2B5EF4-FFF2-40B4-BE49-F238E27FC236}">
                <a16:creationId xmlns:a16="http://schemas.microsoft.com/office/drawing/2014/main" id="{BB0A12D3-F1C6-4672-9A3C-ED6F32300AC9}"/>
              </a:ext>
            </a:extLst>
          </p:cNvPr>
          <p:cNvSpPr txBox="1"/>
          <p:nvPr/>
        </p:nvSpPr>
        <p:spPr>
          <a:xfrm>
            <a:off x="0" y="0"/>
            <a:ext cx="1260000" cy="54000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2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Fig S5</a:t>
            </a:r>
            <a:endParaRPr lang="ko-KR" altLang="en-US" sz="28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pic>
        <p:nvPicPr>
          <p:cNvPr id="2" name="그림 1">
            <a:extLst>
              <a:ext uri="{FF2B5EF4-FFF2-40B4-BE49-F238E27FC236}">
                <a16:creationId xmlns:a16="http://schemas.microsoft.com/office/drawing/2014/main" id="{A07DF71A-3B32-8F8F-196C-BB50815732A5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4" y="720000"/>
            <a:ext cx="3887988" cy="2591991"/>
          </a:xfrm>
          <a:prstGeom prst="rect">
            <a:avLst/>
          </a:prstGeom>
        </p:spPr>
      </p:pic>
      <p:pic>
        <p:nvPicPr>
          <p:cNvPr id="4" name="그림 3">
            <a:extLst>
              <a:ext uri="{FF2B5EF4-FFF2-40B4-BE49-F238E27FC236}">
                <a16:creationId xmlns:a16="http://schemas.microsoft.com/office/drawing/2014/main" id="{169F8826-903C-5CD6-6269-632941527BA1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3888004" y="719999"/>
            <a:ext cx="3887991" cy="2591994"/>
          </a:xfrm>
          <a:prstGeom prst="rect">
            <a:avLst/>
          </a:prstGeom>
        </p:spPr>
      </p:pic>
      <p:pic>
        <p:nvPicPr>
          <p:cNvPr id="5" name="그림 4">
            <a:extLst>
              <a:ext uri="{FF2B5EF4-FFF2-40B4-BE49-F238E27FC236}">
                <a16:creationId xmlns:a16="http://schemas.microsoft.com/office/drawing/2014/main" id="{E3DF43D1-567A-80BB-ADD0-B4AAC9A07C6C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5" y="3312000"/>
            <a:ext cx="3887989" cy="2591992"/>
          </a:xfrm>
          <a:prstGeom prst="rect">
            <a:avLst/>
          </a:prstGeom>
        </p:spPr>
      </p:pic>
      <p:pic>
        <p:nvPicPr>
          <p:cNvPr id="7" name="그림 6">
            <a:extLst>
              <a:ext uri="{FF2B5EF4-FFF2-40B4-BE49-F238E27FC236}">
                <a16:creationId xmlns:a16="http://schemas.microsoft.com/office/drawing/2014/main" id="{6AF94EE5-7044-BEE3-D7F4-F69592B669BB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3888004" y="3312000"/>
            <a:ext cx="3887991" cy="2591994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0E4F89DB-FAF6-4288-5348-186F78D44FE0}"/>
              </a:ext>
            </a:extLst>
          </p:cNvPr>
          <p:cNvSpPr txBox="1"/>
          <p:nvPr/>
        </p:nvSpPr>
        <p:spPr>
          <a:xfrm>
            <a:off x="144379" y="540000"/>
            <a:ext cx="432000" cy="36000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dirty="0">
                <a:latin typeface="Times New Roman" panose="02020603050405020304" pitchFamily="18" charset="0"/>
                <a:cs typeface="Times New Roman" panose="02020603050405020304" pitchFamily="18" charset="0"/>
              </a:rPr>
              <a:t>(a)</a:t>
            </a:r>
            <a:endParaRPr lang="ko-KR" altLang="en-US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53DDA4F8-68BD-AF36-C9B8-A8086ED14D20}"/>
              </a:ext>
            </a:extLst>
          </p:cNvPr>
          <p:cNvSpPr txBox="1"/>
          <p:nvPr/>
        </p:nvSpPr>
        <p:spPr>
          <a:xfrm>
            <a:off x="4032000" y="540000"/>
            <a:ext cx="4320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dirty="0">
                <a:latin typeface="Times New Roman" panose="02020603050405020304" pitchFamily="18" charset="0"/>
                <a:cs typeface="Times New Roman" panose="02020603050405020304" pitchFamily="18" charset="0"/>
              </a:rPr>
              <a:t>(b)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944B5059-4E9F-BFDE-77C3-73373FDD91CF}"/>
              </a:ext>
            </a:extLst>
          </p:cNvPr>
          <p:cNvSpPr txBox="1"/>
          <p:nvPr/>
        </p:nvSpPr>
        <p:spPr>
          <a:xfrm>
            <a:off x="4032000" y="3132000"/>
            <a:ext cx="4320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dirty="0">
                <a:latin typeface="Times New Roman" panose="02020603050405020304" pitchFamily="18" charset="0"/>
                <a:cs typeface="Times New Roman" panose="02020603050405020304" pitchFamily="18" charset="0"/>
              </a:rPr>
              <a:t>(d)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88CDFE05-A06D-23F5-7137-F20550257B32}"/>
              </a:ext>
            </a:extLst>
          </p:cNvPr>
          <p:cNvSpPr txBox="1"/>
          <p:nvPr/>
        </p:nvSpPr>
        <p:spPr>
          <a:xfrm>
            <a:off x="144000" y="3132000"/>
            <a:ext cx="4320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dirty="0">
                <a:latin typeface="Times New Roman" panose="02020603050405020304" pitchFamily="18" charset="0"/>
                <a:cs typeface="Times New Roman" panose="02020603050405020304" pitchFamily="18" charset="0"/>
              </a:rPr>
              <a:t>(c)</a:t>
            </a:r>
          </a:p>
        </p:txBody>
      </p:sp>
    </p:spTree>
    <p:extLst>
      <p:ext uri="{BB962C8B-B14F-4D97-AF65-F5344CB8AC3E}">
        <p14:creationId xmlns:p14="http://schemas.microsoft.com/office/powerpoint/2010/main" val="780877872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77F6286-09FB-429F-43F1-1968FD440AB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TextBox 11">
            <a:extLst>
              <a:ext uri="{FF2B5EF4-FFF2-40B4-BE49-F238E27FC236}">
                <a16:creationId xmlns:a16="http://schemas.microsoft.com/office/drawing/2014/main" id="{46DC3C3D-CF00-5738-E684-0B60943CBA64}"/>
              </a:ext>
            </a:extLst>
          </p:cNvPr>
          <p:cNvSpPr txBox="1"/>
          <p:nvPr/>
        </p:nvSpPr>
        <p:spPr>
          <a:xfrm>
            <a:off x="0" y="0"/>
            <a:ext cx="1260000" cy="54000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2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Fig S6</a:t>
            </a:r>
            <a:endParaRPr lang="ko-KR" altLang="en-US" sz="28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pic>
        <p:nvPicPr>
          <p:cNvPr id="2" name="그림 1">
            <a:extLst>
              <a:ext uri="{FF2B5EF4-FFF2-40B4-BE49-F238E27FC236}">
                <a16:creationId xmlns:a16="http://schemas.microsoft.com/office/drawing/2014/main" id="{7AC12F87-4642-C3A5-EB41-2F577D87E72F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4" y="720000"/>
            <a:ext cx="3887989" cy="2591992"/>
          </a:xfrm>
          <a:prstGeom prst="rect">
            <a:avLst/>
          </a:prstGeom>
        </p:spPr>
      </p:pic>
      <p:pic>
        <p:nvPicPr>
          <p:cNvPr id="4" name="그림 3">
            <a:extLst>
              <a:ext uri="{FF2B5EF4-FFF2-40B4-BE49-F238E27FC236}">
                <a16:creationId xmlns:a16="http://schemas.microsoft.com/office/drawing/2014/main" id="{995CB42B-1152-6D4C-EADF-F08C9A369E44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3888004" y="719999"/>
            <a:ext cx="3887991" cy="2591994"/>
          </a:xfrm>
          <a:prstGeom prst="rect">
            <a:avLst/>
          </a:prstGeom>
        </p:spPr>
      </p:pic>
      <p:pic>
        <p:nvPicPr>
          <p:cNvPr id="5" name="그림 4">
            <a:extLst>
              <a:ext uri="{FF2B5EF4-FFF2-40B4-BE49-F238E27FC236}">
                <a16:creationId xmlns:a16="http://schemas.microsoft.com/office/drawing/2014/main" id="{DEAF9D79-7D20-9E43-C3D6-92BDC3FA6545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4" y="3312000"/>
            <a:ext cx="3887991" cy="2591993"/>
          </a:xfrm>
          <a:prstGeom prst="rect">
            <a:avLst/>
          </a:prstGeom>
        </p:spPr>
      </p:pic>
      <p:pic>
        <p:nvPicPr>
          <p:cNvPr id="7" name="그림 6">
            <a:extLst>
              <a:ext uri="{FF2B5EF4-FFF2-40B4-BE49-F238E27FC236}">
                <a16:creationId xmlns:a16="http://schemas.microsoft.com/office/drawing/2014/main" id="{798BACC1-7818-320E-CC8E-3FFC02A6AE98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3888004" y="3312000"/>
            <a:ext cx="3887991" cy="2591994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059E0EB8-F456-C0A5-BA67-08DC6592C29A}"/>
              </a:ext>
            </a:extLst>
          </p:cNvPr>
          <p:cNvSpPr txBox="1"/>
          <p:nvPr/>
        </p:nvSpPr>
        <p:spPr>
          <a:xfrm>
            <a:off x="144379" y="540000"/>
            <a:ext cx="432000" cy="36000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dirty="0">
                <a:latin typeface="Times New Roman" panose="02020603050405020304" pitchFamily="18" charset="0"/>
                <a:cs typeface="Times New Roman" panose="02020603050405020304" pitchFamily="18" charset="0"/>
              </a:rPr>
              <a:t>(a)</a:t>
            </a:r>
            <a:endParaRPr lang="ko-KR" altLang="en-US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0DBAE788-ED51-DAB0-6D7D-64468EC2E3B5}"/>
              </a:ext>
            </a:extLst>
          </p:cNvPr>
          <p:cNvSpPr txBox="1"/>
          <p:nvPr/>
        </p:nvSpPr>
        <p:spPr>
          <a:xfrm>
            <a:off x="4032000" y="540000"/>
            <a:ext cx="4320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dirty="0">
                <a:latin typeface="Times New Roman" panose="02020603050405020304" pitchFamily="18" charset="0"/>
                <a:cs typeface="Times New Roman" panose="02020603050405020304" pitchFamily="18" charset="0"/>
              </a:rPr>
              <a:t>(b)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00308975-B1A2-2F6D-3074-70C55B4566B3}"/>
              </a:ext>
            </a:extLst>
          </p:cNvPr>
          <p:cNvSpPr txBox="1"/>
          <p:nvPr/>
        </p:nvSpPr>
        <p:spPr>
          <a:xfrm>
            <a:off x="4032000" y="3132000"/>
            <a:ext cx="4320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dirty="0">
                <a:latin typeface="Times New Roman" panose="02020603050405020304" pitchFamily="18" charset="0"/>
                <a:cs typeface="Times New Roman" panose="02020603050405020304" pitchFamily="18" charset="0"/>
              </a:rPr>
              <a:t>(d)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B9DD7D2A-EFC0-77F7-0857-90EF8BCAA315}"/>
              </a:ext>
            </a:extLst>
          </p:cNvPr>
          <p:cNvSpPr txBox="1"/>
          <p:nvPr/>
        </p:nvSpPr>
        <p:spPr>
          <a:xfrm>
            <a:off x="144000" y="3132000"/>
            <a:ext cx="4320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dirty="0">
                <a:latin typeface="Times New Roman" panose="02020603050405020304" pitchFamily="18" charset="0"/>
                <a:cs typeface="Times New Roman" panose="02020603050405020304" pitchFamily="18" charset="0"/>
              </a:rPr>
              <a:t>(c)</a:t>
            </a:r>
          </a:p>
        </p:txBody>
      </p:sp>
    </p:spTree>
    <p:extLst>
      <p:ext uri="{BB962C8B-B14F-4D97-AF65-F5344CB8AC3E}">
        <p14:creationId xmlns:p14="http://schemas.microsoft.com/office/powerpoint/2010/main" val="2956205066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B643C17-B1A5-3BA8-E57B-8F5C8727D39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TextBox 11">
            <a:extLst>
              <a:ext uri="{FF2B5EF4-FFF2-40B4-BE49-F238E27FC236}">
                <a16:creationId xmlns:a16="http://schemas.microsoft.com/office/drawing/2014/main" id="{B6160A87-00BC-F0DC-284D-B2CAF78DE63F}"/>
              </a:ext>
            </a:extLst>
          </p:cNvPr>
          <p:cNvSpPr txBox="1"/>
          <p:nvPr/>
        </p:nvSpPr>
        <p:spPr>
          <a:xfrm>
            <a:off x="0" y="0"/>
            <a:ext cx="1260000" cy="54000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2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Fig S7</a:t>
            </a:r>
            <a:endParaRPr lang="ko-KR" altLang="en-US" sz="28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pic>
        <p:nvPicPr>
          <p:cNvPr id="2" name="그림 1">
            <a:extLst>
              <a:ext uri="{FF2B5EF4-FFF2-40B4-BE49-F238E27FC236}">
                <a16:creationId xmlns:a16="http://schemas.microsoft.com/office/drawing/2014/main" id="{E8796A35-A173-2208-D77F-56B2B19BAD3B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4" y="720000"/>
            <a:ext cx="3887989" cy="2591992"/>
          </a:xfrm>
          <a:prstGeom prst="rect">
            <a:avLst/>
          </a:prstGeom>
        </p:spPr>
      </p:pic>
      <p:pic>
        <p:nvPicPr>
          <p:cNvPr id="4" name="그림 3">
            <a:extLst>
              <a:ext uri="{FF2B5EF4-FFF2-40B4-BE49-F238E27FC236}">
                <a16:creationId xmlns:a16="http://schemas.microsoft.com/office/drawing/2014/main" id="{A8F3A7F5-4808-0ADA-D6A4-573B4420496C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3888004" y="719999"/>
            <a:ext cx="3887991" cy="2591993"/>
          </a:xfrm>
          <a:prstGeom prst="rect">
            <a:avLst/>
          </a:prstGeom>
        </p:spPr>
      </p:pic>
      <p:pic>
        <p:nvPicPr>
          <p:cNvPr id="5" name="그림 4">
            <a:extLst>
              <a:ext uri="{FF2B5EF4-FFF2-40B4-BE49-F238E27FC236}">
                <a16:creationId xmlns:a16="http://schemas.microsoft.com/office/drawing/2014/main" id="{AC80EBDB-B660-3737-5D4A-58065A2AE75F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4" y="3312000"/>
            <a:ext cx="3887991" cy="2591993"/>
          </a:xfrm>
          <a:prstGeom prst="rect">
            <a:avLst/>
          </a:prstGeom>
        </p:spPr>
      </p:pic>
      <p:pic>
        <p:nvPicPr>
          <p:cNvPr id="7" name="그림 6">
            <a:extLst>
              <a:ext uri="{FF2B5EF4-FFF2-40B4-BE49-F238E27FC236}">
                <a16:creationId xmlns:a16="http://schemas.microsoft.com/office/drawing/2014/main" id="{D9728D55-6267-CECE-D232-FBC12E30F7BA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3888004" y="3312000"/>
            <a:ext cx="3887991" cy="2591993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0BBF67BB-13EB-B423-A13F-E5E57699B83A}"/>
              </a:ext>
            </a:extLst>
          </p:cNvPr>
          <p:cNvSpPr txBox="1"/>
          <p:nvPr/>
        </p:nvSpPr>
        <p:spPr>
          <a:xfrm>
            <a:off x="144379" y="540000"/>
            <a:ext cx="432000" cy="36000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dirty="0">
                <a:latin typeface="Times New Roman" panose="02020603050405020304" pitchFamily="18" charset="0"/>
                <a:cs typeface="Times New Roman" panose="02020603050405020304" pitchFamily="18" charset="0"/>
              </a:rPr>
              <a:t>(a)</a:t>
            </a:r>
            <a:endParaRPr lang="ko-KR" altLang="en-US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39350719-A1FE-DB3B-6305-64938427F3A1}"/>
              </a:ext>
            </a:extLst>
          </p:cNvPr>
          <p:cNvSpPr txBox="1"/>
          <p:nvPr/>
        </p:nvSpPr>
        <p:spPr>
          <a:xfrm>
            <a:off x="4032000" y="540000"/>
            <a:ext cx="4320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dirty="0">
                <a:latin typeface="Times New Roman" panose="02020603050405020304" pitchFamily="18" charset="0"/>
                <a:cs typeface="Times New Roman" panose="02020603050405020304" pitchFamily="18" charset="0"/>
              </a:rPr>
              <a:t>(b)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6E51E766-6561-24F2-70A1-203EFF214A25}"/>
              </a:ext>
            </a:extLst>
          </p:cNvPr>
          <p:cNvSpPr txBox="1"/>
          <p:nvPr/>
        </p:nvSpPr>
        <p:spPr>
          <a:xfrm>
            <a:off x="4032000" y="3132000"/>
            <a:ext cx="4320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dirty="0">
                <a:latin typeface="Times New Roman" panose="02020603050405020304" pitchFamily="18" charset="0"/>
                <a:cs typeface="Times New Roman" panose="02020603050405020304" pitchFamily="18" charset="0"/>
              </a:rPr>
              <a:t>(d)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860ABB47-44D0-AF9F-C655-CE4EC584792D}"/>
              </a:ext>
            </a:extLst>
          </p:cNvPr>
          <p:cNvSpPr txBox="1"/>
          <p:nvPr/>
        </p:nvSpPr>
        <p:spPr>
          <a:xfrm>
            <a:off x="144000" y="3132000"/>
            <a:ext cx="4320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dirty="0">
                <a:latin typeface="Times New Roman" panose="02020603050405020304" pitchFamily="18" charset="0"/>
                <a:cs typeface="Times New Roman" panose="02020603050405020304" pitchFamily="18" charset="0"/>
              </a:rPr>
              <a:t>(c)</a:t>
            </a:r>
          </a:p>
        </p:txBody>
      </p:sp>
    </p:spTree>
    <p:extLst>
      <p:ext uri="{BB962C8B-B14F-4D97-AF65-F5344CB8AC3E}">
        <p14:creationId xmlns:p14="http://schemas.microsoft.com/office/powerpoint/2010/main" val="1697839139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D139AC8-A649-0282-56EC-4B16AF8B541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TextBox 11">
            <a:extLst>
              <a:ext uri="{FF2B5EF4-FFF2-40B4-BE49-F238E27FC236}">
                <a16:creationId xmlns:a16="http://schemas.microsoft.com/office/drawing/2014/main" id="{758F98A6-0122-A6C5-883A-57AA788D85CA}"/>
              </a:ext>
            </a:extLst>
          </p:cNvPr>
          <p:cNvSpPr txBox="1"/>
          <p:nvPr/>
        </p:nvSpPr>
        <p:spPr>
          <a:xfrm>
            <a:off x="0" y="0"/>
            <a:ext cx="1260000" cy="54000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2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Fig S8</a:t>
            </a:r>
            <a:endParaRPr lang="ko-KR" altLang="en-US" sz="28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pic>
        <p:nvPicPr>
          <p:cNvPr id="9" name="그림 8">
            <a:extLst>
              <a:ext uri="{FF2B5EF4-FFF2-40B4-BE49-F238E27FC236}">
                <a16:creationId xmlns:a16="http://schemas.microsoft.com/office/drawing/2014/main" id="{9EEE8AEF-DFA3-598F-4B55-92919A603B81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352794" y="1600196"/>
            <a:ext cx="5486411" cy="365760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67865521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411F102-C25E-3E08-B6A0-C4869B53D41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B4DA0215-B66F-A556-B29A-A2F78EAC9C2E}"/>
              </a:ext>
            </a:extLst>
          </p:cNvPr>
          <p:cNvSpPr txBox="1"/>
          <p:nvPr/>
        </p:nvSpPr>
        <p:spPr>
          <a:xfrm>
            <a:off x="0" y="0"/>
            <a:ext cx="4140200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4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Table 1</a:t>
            </a:r>
            <a:endParaRPr lang="ko-KR" altLang="en-US" sz="4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graphicFrame>
        <p:nvGraphicFramePr>
          <p:cNvPr id="10" name="표 9">
            <a:extLst>
              <a:ext uri="{FF2B5EF4-FFF2-40B4-BE49-F238E27FC236}">
                <a16:creationId xmlns:a16="http://schemas.microsoft.com/office/drawing/2014/main" id="{F6464229-2BB1-E930-5370-E99A3B12854F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826144544"/>
              </p:ext>
            </p:extLst>
          </p:nvPr>
        </p:nvGraphicFramePr>
        <p:xfrm>
          <a:off x="2659462" y="1691424"/>
          <a:ext cx="6873075" cy="3475151"/>
        </p:xfrm>
        <a:graphic>
          <a:graphicData uri="http://schemas.openxmlformats.org/drawingml/2006/table">
            <a:tbl>
              <a:tblPr/>
              <a:tblGrid>
                <a:gridCol w="1467286">
                  <a:extLst>
                    <a:ext uri="{9D8B030D-6E8A-4147-A177-3AD203B41FA5}">
                      <a16:colId xmlns:a16="http://schemas.microsoft.com/office/drawing/2014/main" val="3915018118"/>
                    </a:ext>
                  </a:extLst>
                </a:gridCol>
                <a:gridCol w="2393993">
                  <a:extLst>
                    <a:ext uri="{9D8B030D-6E8A-4147-A177-3AD203B41FA5}">
                      <a16:colId xmlns:a16="http://schemas.microsoft.com/office/drawing/2014/main" val="403673785"/>
                    </a:ext>
                  </a:extLst>
                </a:gridCol>
                <a:gridCol w="1003932">
                  <a:extLst>
                    <a:ext uri="{9D8B030D-6E8A-4147-A177-3AD203B41FA5}">
                      <a16:colId xmlns:a16="http://schemas.microsoft.com/office/drawing/2014/main" val="360836952"/>
                    </a:ext>
                  </a:extLst>
                </a:gridCol>
                <a:gridCol w="1003932">
                  <a:extLst>
                    <a:ext uri="{9D8B030D-6E8A-4147-A177-3AD203B41FA5}">
                      <a16:colId xmlns:a16="http://schemas.microsoft.com/office/drawing/2014/main" val="1731254206"/>
                    </a:ext>
                  </a:extLst>
                </a:gridCol>
                <a:gridCol w="1003932">
                  <a:extLst>
                    <a:ext uri="{9D8B030D-6E8A-4147-A177-3AD203B41FA5}">
                      <a16:colId xmlns:a16="http://schemas.microsoft.com/office/drawing/2014/main" val="1163189335"/>
                    </a:ext>
                  </a:extLst>
                </a:gridCol>
              </a:tblGrid>
              <a:tr h="926707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sz="1800" b="1" i="0" u="none" strike="noStrike" dirty="0" err="1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ea typeface="맑은 고딕" panose="020B0503020000020004" pitchFamily="34" charset="-127"/>
                        </a:rPr>
                        <a:t>Benchmark</a:t>
                      </a:r>
                      <a:r>
                        <a:rPr lang="ko-KR" sz="1800" b="1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ea typeface="맑은 고딕" panose="020B0503020000020004" pitchFamily="34" charset="-127"/>
                        </a:rPr>
                        <a:t> </a:t>
                      </a:r>
                      <a:r>
                        <a:rPr lang="ko-KR" sz="1800" b="1" i="0" u="none" strike="noStrike" dirty="0" err="1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ea typeface="맑은 고딕" panose="020B0503020000020004" pitchFamily="34" charset="-127"/>
                        </a:rPr>
                        <a:t>set</a:t>
                      </a:r>
                      <a:endParaRPr lang="ko-KR" sz="1800" b="1" i="0" u="none" strike="noStrike" dirty="0">
                        <a:solidFill>
                          <a:srgbClr val="000000"/>
                        </a:solidFill>
                        <a:effectLst/>
                        <a:latin typeface="Times New Roman" panose="02020603050405020304" pitchFamily="18" charset="0"/>
                        <a:ea typeface="맑은 고딕" panose="020B0503020000020004" pitchFamily="34" charset="-127"/>
                      </a:endParaRPr>
                    </a:p>
                  </a:txBody>
                  <a:tcPr marL="14480" marR="14480" marT="1448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dbl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8E8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sz="1800" b="1" i="0" u="none" strike="noStrike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ea typeface="맑은 고딕" panose="020B0503020000020004" pitchFamily="34" charset="-127"/>
                        </a:rPr>
                        <a:t>Score threshold</a:t>
                      </a:r>
                    </a:p>
                  </a:txBody>
                  <a:tcPr marL="14480" marR="14480" marT="1448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dbl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8E8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sz="1800" b="1" i="0" u="none" strike="noStrike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ea typeface="맑은 고딕" panose="020B0503020000020004" pitchFamily="34" charset="-127"/>
                        </a:rPr>
                        <a:t>Mean precision</a:t>
                      </a:r>
                    </a:p>
                  </a:txBody>
                  <a:tcPr marL="14480" marR="14480" marT="1448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dbl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8E8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sz="1800" b="1" i="0" u="none" strike="noStrike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ea typeface="맑은 고딕" panose="020B0503020000020004" pitchFamily="34" charset="-127"/>
                        </a:rPr>
                        <a:t>Mean recall</a:t>
                      </a:r>
                    </a:p>
                  </a:txBody>
                  <a:tcPr marL="14480" marR="14480" marT="1448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dbl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8E8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sz="1800" b="1" i="0" u="none" strike="noStrike" dirty="0" err="1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ea typeface="맑은 고딕" panose="020B0503020000020004" pitchFamily="34" charset="-127"/>
                        </a:rPr>
                        <a:t>Mean</a:t>
                      </a:r>
                      <a:r>
                        <a:rPr lang="ko-KR" sz="1800" b="1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ea typeface="맑은 고딕" panose="020B0503020000020004" pitchFamily="34" charset="-127"/>
                        </a:rPr>
                        <a:t> F1</a:t>
                      </a:r>
                    </a:p>
                  </a:txBody>
                  <a:tcPr marL="14480" marR="14480" marT="1448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dbl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8E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100739330"/>
                  </a:ext>
                </a:extLst>
              </a:tr>
              <a:tr h="637111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sz="1800" b="1" i="0" u="none" strike="noStrike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ea typeface="맑은 고딕" panose="020B0503020000020004" pitchFamily="34" charset="-127"/>
                        </a:rPr>
                        <a:t>Single-protein</a:t>
                      </a:r>
                    </a:p>
                  </a:txBody>
                  <a:tcPr marL="14480" marR="14480" marT="1448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dbl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AE9F8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sz="1800" b="1" i="0" u="none" strike="noStrike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ea typeface="맑은 고딕" panose="020B0503020000020004" pitchFamily="34" charset="-127"/>
                        </a:rPr>
                        <a:t>0.1 (original)</a:t>
                      </a:r>
                    </a:p>
                  </a:txBody>
                  <a:tcPr marL="14480" marR="14480" marT="1448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dbl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AE9F8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sz="2100" b="0" i="0" u="none" strike="noStrike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ea typeface="맑은 고딕" panose="020B0503020000020004" pitchFamily="34" charset="-127"/>
                        </a:rPr>
                        <a:t>0.11 </a:t>
                      </a:r>
                    </a:p>
                  </a:txBody>
                  <a:tcPr marL="14480" marR="14480" marT="1448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dbl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AE9F8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sz="21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ea typeface="맑은 고딕" panose="020B0503020000020004" pitchFamily="34" charset="-127"/>
                        </a:rPr>
                        <a:t>0.85 </a:t>
                      </a:r>
                    </a:p>
                  </a:txBody>
                  <a:tcPr marL="14480" marR="14480" marT="1448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dbl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AE9F8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sz="21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ea typeface="맑은 고딕" panose="020B0503020000020004" pitchFamily="34" charset="-127"/>
                        </a:rPr>
                        <a:t>0.19 </a:t>
                      </a:r>
                    </a:p>
                  </a:txBody>
                  <a:tcPr marL="14480" marR="14480" marT="1448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dbl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AE9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20167630"/>
                  </a:ext>
                </a:extLst>
              </a:tr>
              <a:tr h="637111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sz="1800" b="1" i="0" u="none" strike="noStrike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ea typeface="맑은 고딕" panose="020B0503020000020004" pitchFamily="34" charset="-127"/>
                        </a:rPr>
                        <a:t>Single-protein</a:t>
                      </a:r>
                    </a:p>
                  </a:txBody>
                  <a:tcPr marL="14480" marR="14480" marT="1448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AE9F8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sz="1800" b="1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ea typeface="맑은 고딕" panose="020B0503020000020004" pitchFamily="34" charset="-127"/>
                        </a:rPr>
                        <a:t>0.6</a:t>
                      </a:r>
                      <a:r>
                        <a:rPr lang="en-US" altLang="ko-KR" sz="1800" b="1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ea typeface="맑은 고딕" panose="020B0503020000020004" pitchFamily="34" charset="-127"/>
                        </a:rPr>
                        <a:t>5</a:t>
                      </a:r>
                      <a:r>
                        <a:rPr lang="ko-KR" sz="1800" b="1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ea typeface="맑은 고딕" panose="020B0503020000020004" pitchFamily="34" charset="-127"/>
                        </a:rPr>
                        <a:t> (</a:t>
                      </a:r>
                      <a:r>
                        <a:rPr lang="ko-KR" sz="1800" b="1" i="0" u="none" strike="noStrike" dirty="0" err="1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ea typeface="맑은 고딕" panose="020B0503020000020004" pitchFamily="34" charset="-127"/>
                        </a:rPr>
                        <a:t>validation-selected</a:t>
                      </a:r>
                      <a:r>
                        <a:rPr lang="ko-KR" sz="1800" b="1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ea typeface="맑은 고딕" panose="020B0503020000020004" pitchFamily="34" charset="-127"/>
                        </a:rPr>
                        <a:t>)</a:t>
                      </a:r>
                    </a:p>
                  </a:txBody>
                  <a:tcPr marL="14480" marR="14480" marT="1448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AE9F8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sz="21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ea typeface="맑은 고딕" panose="020B0503020000020004" pitchFamily="34" charset="-127"/>
                        </a:rPr>
                        <a:t>0.3</a:t>
                      </a:r>
                      <a:r>
                        <a:rPr lang="en-US" altLang="ko-KR" sz="21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ea typeface="맑은 고딕" panose="020B0503020000020004" pitchFamily="34" charset="-127"/>
                        </a:rPr>
                        <a:t>7</a:t>
                      </a:r>
                      <a:r>
                        <a:rPr lang="ko-KR" sz="21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ea typeface="맑은 고딕" panose="020B0503020000020004" pitchFamily="34" charset="-127"/>
                        </a:rPr>
                        <a:t> </a:t>
                      </a:r>
                    </a:p>
                  </a:txBody>
                  <a:tcPr marL="14480" marR="14480" marT="1448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AE9F8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sz="21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ea typeface="맑은 고딕" panose="020B0503020000020004" pitchFamily="34" charset="-127"/>
                        </a:rPr>
                        <a:t>0.</a:t>
                      </a:r>
                      <a:r>
                        <a:rPr lang="en-US" altLang="ko-KR" sz="21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ea typeface="맑은 고딕" panose="020B0503020000020004" pitchFamily="34" charset="-127"/>
                        </a:rPr>
                        <a:t>68</a:t>
                      </a:r>
                      <a:r>
                        <a:rPr lang="ko-KR" sz="21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ea typeface="맑은 고딕" panose="020B0503020000020004" pitchFamily="34" charset="-127"/>
                        </a:rPr>
                        <a:t> </a:t>
                      </a:r>
                    </a:p>
                  </a:txBody>
                  <a:tcPr marL="14480" marR="14480" marT="1448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AE9F8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sz="21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ea typeface="맑은 고딕" panose="020B0503020000020004" pitchFamily="34" charset="-127"/>
                        </a:rPr>
                        <a:t>0.4</a:t>
                      </a:r>
                      <a:r>
                        <a:rPr lang="en-US" altLang="ko-KR" sz="21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ea typeface="맑은 고딕" panose="020B0503020000020004" pitchFamily="34" charset="-127"/>
                        </a:rPr>
                        <a:t>7</a:t>
                      </a:r>
                      <a:r>
                        <a:rPr lang="ko-KR" sz="21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ea typeface="맑은 고딕" panose="020B0503020000020004" pitchFamily="34" charset="-127"/>
                        </a:rPr>
                        <a:t> </a:t>
                      </a:r>
                    </a:p>
                  </a:txBody>
                  <a:tcPr marL="14480" marR="14480" marT="1448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AE9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876090065"/>
                  </a:ext>
                </a:extLst>
              </a:tr>
              <a:tr h="637111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sz="1800" b="1" i="0" u="none" strike="noStrike" dirty="0" err="1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ea typeface="맑은 고딕" panose="020B0503020000020004" pitchFamily="34" charset="-127"/>
                        </a:rPr>
                        <a:t>Protein</a:t>
                      </a:r>
                      <a:r>
                        <a:rPr lang="ko-KR" sz="1800" b="1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ea typeface="맑은 고딕" panose="020B0503020000020004" pitchFamily="34" charset="-127"/>
                        </a:rPr>
                        <a:t>–</a:t>
                      </a:r>
                      <a:r>
                        <a:rPr lang="ko-KR" sz="1800" b="1" i="0" u="none" strike="noStrike" dirty="0" err="1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ea typeface="맑은 고딕" panose="020B0503020000020004" pitchFamily="34" charset="-127"/>
                        </a:rPr>
                        <a:t>compound</a:t>
                      </a:r>
                      <a:endParaRPr lang="ko-KR" sz="1800" b="1" i="0" u="none" strike="noStrike" dirty="0">
                        <a:solidFill>
                          <a:srgbClr val="000000"/>
                        </a:solidFill>
                        <a:effectLst/>
                        <a:latin typeface="Times New Roman" panose="02020603050405020304" pitchFamily="18" charset="0"/>
                        <a:ea typeface="맑은 고딕" panose="020B0503020000020004" pitchFamily="34" charset="-127"/>
                      </a:endParaRPr>
                    </a:p>
                  </a:txBody>
                  <a:tcPr marL="14480" marR="14480" marT="1448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AF2D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sz="1800" b="1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ea typeface="맑은 고딕" panose="020B0503020000020004" pitchFamily="34" charset="-127"/>
                        </a:rPr>
                        <a:t>0.1 (</a:t>
                      </a:r>
                      <a:r>
                        <a:rPr lang="ko-KR" sz="1800" b="1" i="0" u="none" strike="noStrike" dirty="0" err="1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ea typeface="맑은 고딕" panose="020B0503020000020004" pitchFamily="34" charset="-127"/>
                        </a:rPr>
                        <a:t>original</a:t>
                      </a:r>
                      <a:r>
                        <a:rPr lang="ko-KR" sz="1800" b="1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ea typeface="맑은 고딕" panose="020B0503020000020004" pitchFamily="34" charset="-127"/>
                        </a:rPr>
                        <a:t>)</a:t>
                      </a:r>
                    </a:p>
                  </a:txBody>
                  <a:tcPr marL="14480" marR="14480" marT="1448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AF2D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sz="21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ea typeface="맑은 고딕" panose="020B0503020000020004" pitchFamily="34" charset="-127"/>
                        </a:rPr>
                        <a:t>0.1</a:t>
                      </a:r>
                      <a:r>
                        <a:rPr lang="en-US" altLang="ko-KR" sz="21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ea typeface="맑은 고딕" panose="020B0503020000020004" pitchFamily="34" charset="-127"/>
                        </a:rPr>
                        <a:t>7</a:t>
                      </a:r>
                      <a:r>
                        <a:rPr lang="ko-KR" sz="21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ea typeface="맑은 고딕" panose="020B0503020000020004" pitchFamily="34" charset="-127"/>
                        </a:rPr>
                        <a:t> </a:t>
                      </a:r>
                    </a:p>
                  </a:txBody>
                  <a:tcPr marL="14480" marR="14480" marT="1448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AF2D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sz="21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ea typeface="맑은 고딕" panose="020B0503020000020004" pitchFamily="34" charset="-127"/>
                        </a:rPr>
                        <a:t>0.80 </a:t>
                      </a:r>
                    </a:p>
                  </a:txBody>
                  <a:tcPr marL="14480" marR="14480" marT="1448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AF2D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sz="21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ea typeface="맑은 고딕" panose="020B0503020000020004" pitchFamily="34" charset="-127"/>
                        </a:rPr>
                        <a:t>0.2</a:t>
                      </a:r>
                      <a:r>
                        <a:rPr lang="en-US" altLang="ko-KR" sz="21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ea typeface="맑은 고딕" panose="020B0503020000020004" pitchFamily="34" charset="-127"/>
                        </a:rPr>
                        <a:t>7</a:t>
                      </a:r>
                      <a:r>
                        <a:rPr lang="ko-KR" sz="21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ea typeface="맑은 고딕" panose="020B0503020000020004" pitchFamily="34" charset="-127"/>
                        </a:rPr>
                        <a:t> </a:t>
                      </a:r>
                    </a:p>
                  </a:txBody>
                  <a:tcPr marL="14480" marR="14480" marT="1448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AF2D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201374994"/>
                  </a:ext>
                </a:extLst>
              </a:tr>
              <a:tr h="637111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sz="1800" b="1" i="0" u="none" strike="noStrike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ea typeface="맑은 고딕" panose="020B0503020000020004" pitchFamily="34" charset="-127"/>
                        </a:rPr>
                        <a:t>Protein–compound</a:t>
                      </a:r>
                    </a:p>
                  </a:txBody>
                  <a:tcPr marL="14480" marR="14480" marT="1448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AF2D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sz="1800" b="1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ea typeface="맑은 고딕" panose="020B0503020000020004" pitchFamily="34" charset="-127"/>
                        </a:rPr>
                        <a:t>0.6</a:t>
                      </a:r>
                      <a:r>
                        <a:rPr lang="en-US" altLang="ko-KR" sz="1800" b="1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ea typeface="맑은 고딕" panose="020B0503020000020004" pitchFamily="34" charset="-127"/>
                        </a:rPr>
                        <a:t>5</a:t>
                      </a:r>
                      <a:r>
                        <a:rPr lang="ko-KR" sz="1800" b="1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ea typeface="맑은 고딕" panose="020B0503020000020004" pitchFamily="34" charset="-127"/>
                        </a:rPr>
                        <a:t> (</a:t>
                      </a:r>
                      <a:r>
                        <a:rPr lang="ko-KR" sz="1800" b="1" i="0" u="none" strike="noStrike" dirty="0" err="1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ea typeface="맑은 고딕" panose="020B0503020000020004" pitchFamily="34" charset="-127"/>
                        </a:rPr>
                        <a:t>validation-selected</a:t>
                      </a:r>
                      <a:r>
                        <a:rPr lang="ko-KR" sz="1800" b="1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ea typeface="맑은 고딕" panose="020B0503020000020004" pitchFamily="34" charset="-127"/>
                        </a:rPr>
                        <a:t>)</a:t>
                      </a:r>
                    </a:p>
                  </a:txBody>
                  <a:tcPr marL="14480" marR="14480" marT="1448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AF2D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sz="21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ea typeface="맑은 고딕" panose="020B0503020000020004" pitchFamily="34" charset="-127"/>
                        </a:rPr>
                        <a:t>0.</a:t>
                      </a:r>
                      <a:r>
                        <a:rPr lang="en-US" altLang="ko-KR" sz="21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ea typeface="맑은 고딕" panose="020B0503020000020004" pitchFamily="34" charset="-127"/>
                        </a:rPr>
                        <a:t>33</a:t>
                      </a:r>
                      <a:r>
                        <a:rPr lang="ko-KR" sz="21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ea typeface="맑은 고딕" panose="020B0503020000020004" pitchFamily="34" charset="-127"/>
                        </a:rPr>
                        <a:t> </a:t>
                      </a:r>
                    </a:p>
                  </a:txBody>
                  <a:tcPr marL="14480" marR="14480" marT="1448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AF2D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sz="21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ea typeface="맑은 고딕" panose="020B0503020000020004" pitchFamily="34" charset="-127"/>
                        </a:rPr>
                        <a:t>0.7</a:t>
                      </a:r>
                      <a:r>
                        <a:rPr lang="en-US" altLang="ko-KR" sz="21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ea typeface="맑은 고딕" panose="020B0503020000020004" pitchFamily="34" charset="-127"/>
                        </a:rPr>
                        <a:t>2</a:t>
                      </a:r>
                      <a:r>
                        <a:rPr lang="ko-KR" sz="21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ea typeface="맑은 고딕" panose="020B0503020000020004" pitchFamily="34" charset="-127"/>
                        </a:rPr>
                        <a:t> </a:t>
                      </a:r>
                    </a:p>
                  </a:txBody>
                  <a:tcPr marL="14480" marR="14480" marT="1448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AF2D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sz="21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ea typeface="맑은 고딕" panose="020B0503020000020004" pitchFamily="34" charset="-127"/>
                        </a:rPr>
                        <a:t>0.</a:t>
                      </a:r>
                      <a:r>
                        <a:rPr lang="en-US" altLang="ko-KR" sz="21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ea typeface="맑은 고딕" panose="020B0503020000020004" pitchFamily="34" charset="-127"/>
                        </a:rPr>
                        <a:t>41</a:t>
                      </a:r>
                      <a:r>
                        <a:rPr lang="ko-KR" sz="21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ea typeface="맑은 고딕" panose="020B0503020000020004" pitchFamily="34" charset="-127"/>
                        </a:rPr>
                        <a:t> </a:t>
                      </a:r>
                    </a:p>
                  </a:txBody>
                  <a:tcPr marL="14480" marR="14480" marT="1448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AF2D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243232402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801829698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7B6CB0A-69A0-F006-818B-20A7CBC28F2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B903BB3F-4D13-DD8D-9E06-AD3853968FFB}"/>
              </a:ext>
            </a:extLst>
          </p:cNvPr>
          <p:cNvSpPr txBox="1"/>
          <p:nvPr/>
        </p:nvSpPr>
        <p:spPr>
          <a:xfrm>
            <a:off x="0" y="0"/>
            <a:ext cx="4140200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4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Table S2</a:t>
            </a:r>
            <a:endParaRPr lang="ko-KR" altLang="en-US" sz="4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graphicFrame>
        <p:nvGraphicFramePr>
          <p:cNvPr id="11" name="표 10">
            <a:extLst>
              <a:ext uri="{FF2B5EF4-FFF2-40B4-BE49-F238E27FC236}">
                <a16:creationId xmlns:a16="http://schemas.microsoft.com/office/drawing/2014/main" id="{D0B9C6A1-ECEE-3723-EC18-F443FE63DDEF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97787166"/>
              </p:ext>
            </p:extLst>
          </p:nvPr>
        </p:nvGraphicFramePr>
        <p:xfrm>
          <a:off x="1153561" y="1691424"/>
          <a:ext cx="9884877" cy="3475151"/>
        </p:xfrm>
        <a:graphic>
          <a:graphicData uri="http://schemas.openxmlformats.org/drawingml/2006/table">
            <a:tbl>
              <a:tblPr/>
              <a:tblGrid>
                <a:gridCol w="1467286">
                  <a:extLst>
                    <a:ext uri="{9D8B030D-6E8A-4147-A177-3AD203B41FA5}">
                      <a16:colId xmlns:a16="http://schemas.microsoft.com/office/drawing/2014/main" val="4128906955"/>
                    </a:ext>
                  </a:extLst>
                </a:gridCol>
                <a:gridCol w="2393993">
                  <a:extLst>
                    <a:ext uri="{9D8B030D-6E8A-4147-A177-3AD203B41FA5}">
                      <a16:colId xmlns:a16="http://schemas.microsoft.com/office/drawing/2014/main" val="3663978698"/>
                    </a:ext>
                  </a:extLst>
                </a:gridCol>
                <a:gridCol w="1003933">
                  <a:extLst>
                    <a:ext uri="{9D8B030D-6E8A-4147-A177-3AD203B41FA5}">
                      <a16:colId xmlns:a16="http://schemas.microsoft.com/office/drawing/2014/main" val="1930415779"/>
                    </a:ext>
                  </a:extLst>
                </a:gridCol>
                <a:gridCol w="1003933">
                  <a:extLst>
                    <a:ext uri="{9D8B030D-6E8A-4147-A177-3AD203B41FA5}">
                      <a16:colId xmlns:a16="http://schemas.microsoft.com/office/drawing/2014/main" val="2190497258"/>
                    </a:ext>
                  </a:extLst>
                </a:gridCol>
                <a:gridCol w="1003933">
                  <a:extLst>
                    <a:ext uri="{9D8B030D-6E8A-4147-A177-3AD203B41FA5}">
                      <a16:colId xmlns:a16="http://schemas.microsoft.com/office/drawing/2014/main" val="2130797753"/>
                    </a:ext>
                  </a:extLst>
                </a:gridCol>
                <a:gridCol w="1003933">
                  <a:extLst>
                    <a:ext uri="{9D8B030D-6E8A-4147-A177-3AD203B41FA5}">
                      <a16:colId xmlns:a16="http://schemas.microsoft.com/office/drawing/2014/main" val="781474641"/>
                    </a:ext>
                  </a:extLst>
                </a:gridCol>
                <a:gridCol w="1003933">
                  <a:extLst>
                    <a:ext uri="{9D8B030D-6E8A-4147-A177-3AD203B41FA5}">
                      <a16:colId xmlns:a16="http://schemas.microsoft.com/office/drawing/2014/main" val="4141695918"/>
                    </a:ext>
                  </a:extLst>
                </a:gridCol>
                <a:gridCol w="1003933">
                  <a:extLst>
                    <a:ext uri="{9D8B030D-6E8A-4147-A177-3AD203B41FA5}">
                      <a16:colId xmlns:a16="http://schemas.microsoft.com/office/drawing/2014/main" val="1520327470"/>
                    </a:ext>
                  </a:extLst>
                </a:gridCol>
              </a:tblGrid>
              <a:tr h="926707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sz="1800" b="1" i="0" u="none" strike="noStrike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ea typeface="맑은 고딕" panose="020B0503020000020004" pitchFamily="34" charset="-127"/>
                        </a:rPr>
                        <a:t>Benchmark set</a:t>
                      </a:r>
                    </a:p>
                  </a:txBody>
                  <a:tcPr marL="14480" marR="14480" marT="1448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dbl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8E8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sz="1800" b="1" i="0" u="none" strike="noStrike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ea typeface="맑은 고딕" panose="020B0503020000020004" pitchFamily="34" charset="-127"/>
                        </a:rPr>
                        <a:t>Score threshold</a:t>
                      </a:r>
                    </a:p>
                  </a:txBody>
                  <a:tcPr marL="14480" marR="14480" marT="1448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dbl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8E8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sz="1800" b="1" i="0" u="none" strike="noStrike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ea typeface="맑은 고딕" panose="020B0503020000020004" pitchFamily="34" charset="-127"/>
                        </a:rPr>
                        <a:t>Mean precision (0.5Å)</a:t>
                      </a:r>
                    </a:p>
                  </a:txBody>
                  <a:tcPr marL="14480" marR="14480" marT="1448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dbl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8E8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sz="1800" b="1" i="0" u="none" strike="noStrike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ea typeface="맑은 고딕" panose="020B0503020000020004" pitchFamily="34" charset="-127"/>
                        </a:rPr>
                        <a:t>Mean precision (1.5Å)</a:t>
                      </a:r>
                    </a:p>
                  </a:txBody>
                  <a:tcPr marL="14480" marR="14480" marT="1448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dbl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8E8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sz="1800" b="1" i="0" u="none" strike="noStrike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ea typeface="맑은 고딕" panose="020B0503020000020004" pitchFamily="34" charset="-127"/>
                        </a:rPr>
                        <a:t>Mean recall (0.5Å)</a:t>
                      </a:r>
                    </a:p>
                  </a:txBody>
                  <a:tcPr marL="14480" marR="14480" marT="1448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dbl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8E8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sz="1800" b="1" i="0" u="none" strike="noStrike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ea typeface="맑은 고딕" panose="020B0503020000020004" pitchFamily="34" charset="-127"/>
                        </a:rPr>
                        <a:t>Mean recall (1.5Å)</a:t>
                      </a:r>
                    </a:p>
                  </a:txBody>
                  <a:tcPr marL="14480" marR="14480" marT="1448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dbl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8E8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sz="1800" b="1" i="0" u="none" strike="noStrike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ea typeface="맑은 고딕" panose="020B0503020000020004" pitchFamily="34" charset="-127"/>
                        </a:rPr>
                        <a:t>Mean F1 (0.5Å)</a:t>
                      </a:r>
                    </a:p>
                  </a:txBody>
                  <a:tcPr marL="14480" marR="14480" marT="1448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dbl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8E8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sz="1800" b="1" i="0" u="none" strike="noStrike" dirty="0" err="1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ea typeface="맑은 고딕" panose="020B0503020000020004" pitchFamily="34" charset="-127"/>
                        </a:rPr>
                        <a:t>Mean</a:t>
                      </a:r>
                      <a:r>
                        <a:rPr lang="ko-KR" sz="1800" b="1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ea typeface="맑은 고딕" panose="020B0503020000020004" pitchFamily="34" charset="-127"/>
                        </a:rPr>
                        <a:t> F1 (1.5Å)</a:t>
                      </a:r>
                    </a:p>
                  </a:txBody>
                  <a:tcPr marL="14480" marR="14480" marT="1448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dbl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8E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1525614"/>
                  </a:ext>
                </a:extLst>
              </a:tr>
              <a:tr h="637111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sz="1800" b="1" i="0" u="none" strike="noStrike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ea typeface="맑은 고딕" panose="020B0503020000020004" pitchFamily="34" charset="-127"/>
                        </a:rPr>
                        <a:t>Single-protein</a:t>
                      </a:r>
                    </a:p>
                  </a:txBody>
                  <a:tcPr marL="14480" marR="14480" marT="1448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dbl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AE9F8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sz="1800" b="1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ea typeface="맑은 고딕" panose="020B0503020000020004" pitchFamily="34" charset="-127"/>
                        </a:rPr>
                        <a:t>0.1 (</a:t>
                      </a:r>
                      <a:r>
                        <a:rPr lang="ko-KR" sz="1800" b="1" i="0" u="none" strike="noStrike" dirty="0" err="1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ea typeface="맑은 고딕" panose="020B0503020000020004" pitchFamily="34" charset="-127"/>
                        </a:rPr>
                        <a:t>original</a:t>
                      </a:r>
                      <a:r>
                        <a:rPr lang="ko-KR" sz="1800" b="1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ea typeface="맑은 고딕" panose="020B0503020000020004" pitchFamily="34" charset="-127"/>
                        </a:rPr>
                        <a:t>)</a:t>
                      </a:r>
                    </a:p>
                  </a:txBody>
                  <a:tcPr marL="14480" marR="14480" marT="1448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dbl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AE9F8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sz="2100" b="0" i="0" u="none" strike="noStrike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ea typeface="맑은 고딕" panose="020B0503020000020004" pitchFamily="34" charset="-127"/>
                        </a:rPr>
                        <a:t>0.08 </a:t>
                      </a:r>
                    </a:p>
                  </a:txBody>
                  <a:tcPr marL="14480" marR="14480" marT="1448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dbl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AE9F8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sz="21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ea typeface="맑은 고딕" panose="020B0503020000020004" pitchFamily="34" charset="-127"/>
                        </a:rPr>
                        <a:t>0.12 </a:t>
                      </a:r>
                    </a:p>
                  </a:txBody>
                  <a:tcPr marL="14480" marR="14480" marT="1448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dbl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AE9F8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sz="21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ea typeface="맑은 고딕" panose="020B0503020000020004" pitchFamily="34" charset="-127"/>
                        </a:rPr>
                        <a:t>0.61 </a:t>
                      </a:r>
                    </a:p>
                  </a:txBody>
                  <a:tcPr marL="14480" marR="14480" marT="1448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dbl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AE9F8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sz="21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ea typeface="맑은 고딕" panose="020B0503020000020004" pitchFamily="34" charset="-127"/>
                        </a:rPr>
                        <a:t>0.94 </a:t>
                      </a:r>
                    </a:p>
                  </a:txBody>
                  <a:tcPr marL="14480" marR="14480" marT="1448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dbl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AE9F8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sz="21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ea typeface="맑은 고딕" panose="020B0503020000020004" pitchFamily="34" charset="-127"/>
                        </a:rPr>
                        <a:t>0.1</a:t>
                      </a:r>
                      <a:r>
                        <a:rPr lang="en-US" altLang="ko-KR" sz="21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ea typeface="맑은 고딕" panose="020B0503020000020004" pitchFamily="34" charset="-127"/>
                        </a:rPr>
                        <a:t>4</a:t>
                      </a:r>
                      <a:r>
                        <a:rPr lang="ko-KR" sz="21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ea typeface="맑은 고딕" panose="020B0503020000020004" pitchFamily="34" charset="-127"/>
                        </a:rPr>
                        <a:t> </a:t>
                      </a:r>
                    </a:p>
                  </a:txBody>
                  <a:tcPr marL="14480" marR="14480" marT="1448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dbl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AE9F8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sz="21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ea typeface="맑은 고딕" panose="020B0503020000020004" pitchFamily="34" charset="-127"/>
                        </a:rPr>
                        <a:t>0.21 </a:t>
                      </a:r>
                    </a:p>
                  </a:txBody>
                  <a:tcPr marL="14480" marR="14480" marT="1448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dbl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AE9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126733188"/>
                  </a:ext>
                </a:extLst>
              </a:tr>
              <a:tr h="637111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sz="1800" b="1" i="0" u="none" strike="noStrike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ea typeface="맑은 고딕" panose="020B0503020000020004" pitchFamily="34" charset="-127"/>
                        </a:rPr>
                        <a:t>Single-protein</a:t>
                      </a:r>
                    </a:p>
                  </a:txBody>
                  <a:tcPr marL="14480" marR="14480" marT="1448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AE9F8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sz="1800" b="1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ea typeface="맑은 고딕" panose="020B0503020000020004" pitchFamily="34" charset="-127"/>
                        </a:rPr>
                        <a:t>0.6</a:t>
                      </a:r>
                      <a:r>
                        <a:rPr lang="en-US" altLang="ko-KR" sz="1800" b="1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ea typeface="맑은 고딕" panose="020B0503020000020004" pitchFamily="34" charset="-127"/>
                        </a:rPr>
                        <a:t>5</a:t>
                      </a:r>
                      <a:r>
                        <a:rPr lang="ko-KR" sz="1800" b="1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ea typeface="맑은 고딕" panose="020B0503020000020004" pitchFamily="34" charset="-127"/>
                        </a:rPr>
                        <a:t> (</a:t>
                      </a:r>
                      <a:r>
                        <a:rPr lang="ko-KR" sz="1800" b="1" i="0" u="none" strike="noStrike" dirty="0" err="1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ea typeface="맑은 고딕" panose="020B0503020000020004" pitchFamily="34" charset="-127"/>
                        </a:rPr>
                        <a:t>validation-selected</a:t>
                      </a:r>
                      <a:r>
                        <a:rPr lang="ko-KR" sz="1800" b="1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ea typeface="맑은 고딕" panose="020B0503020000020004" pitchFamily="34" charset="-127"/>
                        </a:rPr>
                        <a:t>)</a:t>
                      </a:r>
                    </a:p>
                  </a:txBody>
                  <a:tcPr marL="14480" marR="14480" marT="1448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AE9F8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sz="21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ea typeface="맑은 고딕" panose="020B0503020000020004" pitchFamily="34" charset="-127"/>
                        </a:rPr>
                        <a:t>0.2</a:t>
                      </a:r>
                      <a:r>
                        <a:rPr lang="en-US" altLang="ko-KR" sz="21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ea typeface="맑은 고딕" panose="020B0503020000020004" pitchFamily="34" charset="-127"/>
                        </a:rPr>
                        <a:t>9</a:t>
                      </a:r>
                      <a:r>
                        <a:rPr lang="ko-KR" sz="21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ea typeface="맑은 고딕" panose="020B0503020000020004" pitchFamily="34" charset="-127"/>
                        </a:rPr>
                        <a:t> </a:t>
                      </a:r>
                    </a:p>
                  </a:txBody>
                  <a:tcPr marL="14480" marR="14480" marT="1448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AE9F8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sz="21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ea typeface="맑은 고딕" panose="020B0503020000020004" pitchFamily="34" charset="-127"/>
                        </a:rPr>
                        <a:t>0.3</a:t>
                      </a:r>
                      <a:r>
                        <a:rPr lang="en-US" altLang="ko-KR" sz="21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ea typeface="맑은 고딕" panose="020B0503020000020004" pitchFamily="34" charset="-127"/>
                        </a:rPr>
                        <a:t>9</a:t>
                      </a:r>
                      <a:r>
                        <a:rPr lang="ko-KR" sz="21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ea typeface="맑은 고딕" panose="020B0503020000020004" pitchFamily="34" charset="-127"/>
                        </a:rPr>
                        <a:t> </a:t>
                      </a:r>
                    </a:p>
                  </a:txBody>
                  <a:tcPr marL="14480" marR="14480" marT="1448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AE9F8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sz="21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ea typeface="맑은 고딕" panose="020B0503020000020004" pitchFamily="34" charset="-127"/>
                        </a:rPr>
                        <a:t>0.5</a:t>
                      </a:r>
                      <a:r>
                        <a:rPr lang="en-US" altLang="ko-KR" sz="21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ea typeface="맑은 고딕" panose="020B0503020000020004" pitchFamily="34" charset="-127"/>
                        </a:rPr>
                        <a:t>4</a:t>
                      </a:r>
                      <a:r>
                        <a:rPr lang="ko-KR" sz="21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ea typeface="맑은 고딕" panose="020B0503020000020004" pitchFamily="34" charset="-127"/>
                        </a:rPr>
                        <a:t> </a:t>
                      </a:r>
                    </a:p>
                  </a:txBody>
                  <a:tcPr marL="14480" marR="14480" marT="1448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AE9F8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sz="21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ea typeface="맑은 고딕" panose="020B0503020000020004" pitchFamily="34" charset="-127"/>
                        </a:rPr>
                        <a:t>0.7</a:t>
                      </a:r>
                      <a:r>
                        <a:rPr lang="en-US" altLang="ko-KR" sz="21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ea typeface="맑은 고딕" panose="020B0503020000020004" pitchFamily="34" charset="-127"/>
                        </a:rPr>
                        <a:t>3</a:t>
                      </a:r>
                      <a:r>
                        <a:rPr lang="ko-KR" sz="21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ea typeface="맑은 고딕" panose="020B0503020000020004" pitchFamily="34" charset="-127"/>
                        </a:rPr>
                        <a:t> </a:t>
                      </a:r>
                    </a:p>
                  </a:txBody>
                  <a:tcPr marL="14480" marR="14480" marT="1448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AE9F8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sz="21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ea typeface="맑은 고딕" panose="020B0503020000020004" pitchFamily="34" charset="-127"/>
                        </a:rPr>
                        <a:t>0.3</a:t>
                      </a:r>
                      <a:r>
                        <a:rPr lang="en-US" altLang="ko-KR" sz="21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ea typeface="맑은 고딕" panose="020B0503020000020004" pitchFamily="34" charset="-127"/>
                        </a:rPr>
                        <a:t>8</a:t>
                      </a:r>
                      <a:r>
                        <a:rPr lang="ko-KR" sz="21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ea typeface="맑은 고딕" panose="020B0503020000020004" pitchFamily="34" charset="-127"/>
                        </a:rPr>
                        <a:t> </a:t>
                      </a:r>
                    </a:p>
                  </a:txBody>
                  <a:tcPr marL="14480" marR="14480" marT="1448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AE9F8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sz="21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ea typeface="맑은 고딕" panose="020B0503020000020004" pitchFamily="34" charset="-127"/>
                        </a:rPr>
                        <a:t>0.</a:t>
                      </a:r>
                      <a:r>
                        <a:rPr lang="en-US" altLang="ko-KR" sz="21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ea typeface="맑은 고딕" panose="020B0503020000020004" pitchFamily="34" charset="-127"/>
                        </a:rPr>
                        <a:t>50</a:t>
                      </a:r>
                      <a:r>
                        <a:rPr lang="ko-KR" sz="21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ea typeface="맑은 고딕" panose="020B0503020000020004" pitchFamily="34" charset="-127"/>
                        </a:rPr>
                        <a:t> </a:t>
                      </a:r>
                    </a:p>
                  </a:txBody>
                  <a:tcPr marL="14480" marR="14480" marT="1448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AE9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529304775"/>
                  </a:ext>
                </a:extLst>
              </a:tr>
              <a:tr h="637111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sz="1800" b="1" i="0" u="none" strike="noStrike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ea typeface="맑은 고딕" panose="020B0503020000020004" pitchFamily="34" charset="-127"/>
                        </a:rPr>
                        <a:t>Protein–compound</a:t>
                      </a:r>
                    </a:p>
                  </a:txBody>
                  <a:tcPr marL="14480" marR="14480" marT="1448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AF2D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sz="1800" b="1" i="0" u="none" strike="noStrike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ea typeface="맑은 고딕" panose="020B0503020000020004" pitchFamily="34" charset="-127"/>
                        </a:rPr>
                        <a:t>0.1 (original)</a:t>
                      </a:r>
                    </a:p>
                  </a:txBody>
                  <a:tcPr marL="14480" marR="14480" marT="1448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AF2D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sz="21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ea typeface="맑은 고딕" panose="020B0503020000020004" pitchFamily="34" charset="-127"/>
                        </a:rPr>
                        <a:t>0.1</a:t>
                      </a:r>
                      <a:r>
                        <a:rPr lang="en-US" altLang="ko-KR" sz="21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ea typeface="맑은 고딕" panose="020B0503020000020004" pitchFamily="34" charset="-127"/>
                        </a:rPr>
                        <a:t>2</a:t>
                      </a:r>
                      <a:r>
                        <a:rPr lang="ko-KR" sz="21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ea typeface="맑은 고딕" panose="020B0503020000020004" pitchFamily="34" charset="-127"/>
                        </a:rPr>
                        <a:t> </a:t>
                      </a:r>
                    </a:p>
                  </a:txBody>
                  <a:tcPr marL="14480" marR="14480" marT="1448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AF2D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sz="21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ea typeface="맑은 고딕" panose="020B0503020000020004" pitchFamily="34" charset="-127"/>
                        </a:rPr>
                        <a:t>0.</a:t>
                      </a:r>
                      <a:r>
                        <a:rPr lang="en-US" altLang="ko-KR" sz="21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ea typeface="맑은 고딕" panose="020B0503020000020004" pitchFamily="34" charset="-127"/>
                        </a:rPr>
                        <a:t>20</a:t>
                      </a:r>
                      <a:r>
                        <a:rPr lang="ko-KR" sz="21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ea typeface="맑은 고딕" panose="020B0503020000020004" pitchFamily="34" charset="-127"/>
                        </a:rPr>
                        <a:t> </a:t>
                      </a:r>
                    </a:p>
                  </a:txBody>
                  <a:tcPr marL="14480" marR="14480" marT="1448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AF2D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sz="21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ea typeface="맑은 고딕" panose="020B0503020000020004" pitchFamily="34" charset="-127"/>
                        </a:rPr>
                        <a:t>0.5</a:t>
                      </a:r>
                      <a:r>
                        <a:rPr lang="en-US" altLang="ko-KR" sz="21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ea typeface="맑은 고딕" panose="020B0503020000020004" pitchFamily="34" charset="-127"/>
                        </a:rPr>
                        <a:t>6</a:t>
                      </a:r>
                      <a:r>
                        <a:rPr lang="ko-KR" sz="21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ea typeface="맑은 고딕" panose="020B0503020000020004" pitchFamily="34" charset="-127"/>
                        </a:rPr>
                        <a:t> </a:t>
                      </a:r>
                    </a:p>
                  </a:txBody>
                  <a:tcPr marL="14480" marR="14480" marT="1448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AF2D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sz="21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ea typeface="맑은 고딕" panose="020B0503020000020004" pitchFamily="34" charset="-127"/>
                        </a:rPr>
                        <a:t>0.92 </a:t>
                      </a:r>
                    </a:p>
                  </a:txBody>
                  <a:tcPr marL="14480" marR="14480" marT="1448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AF2D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sz="21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ea typeface="맑은 고딕" panose="020B0503020000020004" pitchFamily="34" charset="-127"/>
                        </a:rPr>
                        <a:t>0.1</a:t>
                      </a:r>
                      <a:r>
                        <a:rPr lang="en-US" altLang="ko-KR" sz="21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ea typeface="맑은 고딕" panose="020B0503020000020004" pitchFamily="34" charset="-127"/>
                        </a:rPr>
                        <a:t>8</a:t>
                      </a:r>
                      <a:r>
                        <a:rPr lang="ko-KR" sz="21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ea typeface="맑은 고딕" panose="020B0503020000020004" pitchFamily="34" charset="-127"/>
                        </a:rPr>
                        <a:t> </a:t>
                      </a:r>
                    </a:p>
                  </a:txBody>
                  <a:tcPr marL="14480" marR="14480" marT="1448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AF2D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sz="21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ea typeface="맑은 고딕" panose="020B0503020000020004" pitchFamily="34" charset="-127"/>
                        </a:rPr>
                        <a:t>0.</a:t>
                      </a:r>
                      <a:r>
                        <a:rPr lang="en-US" altLang="ko-KR" sz="21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ea typeface="맑은 고딕" panose="020B0503020000020004" pitchFamily="34" charset="-127"/>
                        </a:rPr>
                        <a:t>31</a:t>
                      </a:r>
                      <a:r>
                        <a:rPr lang="ko-KR" sz="21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ea typeface="맑은 고딕" panose="020B0503020000020004" pitchFamily="34" charset="-127"/>
                        </a:rPr>
                        <a:t> </a:t>
                      </a:r>
                    </a:p>
                  </a:txBody>
                  <a:tcPr marL="14480" marR="14480" marT="1448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AF2D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900280845"/>
                  </a:ext>
                </a:extLst>
              </a:tr>
              <a:tr h="637111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sz="1800" b="1" i="0" u="none" strike="noStrike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ea typeface="맑은 고딕" panose="020B0503020000020004" pitchFamily="34" charset="-127"/>
                        </a:rPr>
                        <a:t>Protein–compound</a:t>
                      </a:r>
                    </a:p>
                  </a:txBody>
                  <a:tcPr marL="14480" marR="14480" marT="1448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AF2D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sz="1800" b="1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ea typeface="맑은 고딕" panose="020B0503020000020004" pitchFamily="34" charset="-127"/>
                        </a:rPr>
                        <a:t>0.6</a:t>
                      </a:r>
                      <a:r>
                        <a:rPr lang="en-US" altLang="ko-KR" sz="1800" b="1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ea typeface="맑은 고딕" panose="020B0503020000020004" pitchFamily="34" charset="-127"/>
                        </a:rPr>
                        <a:t>5</a:t>
                      </a:r>
                      <a:r>
                        <a:rPr lang="ko-KR" sz="1800" b="1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ea typeface="맑은 고딕" panose="020B0503020000020004" pitchFamily="34" charset="-127"/>
                        </a:rPr>
                        <a:t> (</a:t>
                      </a:r>
                      <a:r>
                        <a:rPr lang="ko-KR" sz="1800" b="1" i="0" u="none" strike="noStrike" dirty="0" err="1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ea typeface="맑은 고딕" panose="020B0503020000020004" pitchFamily="34" charset="-127"/>
                        </a:rPr>
                        <a:t>validation-selected</a:t>
                      </a:r>
                      <a:r>
                        <a:rPr lang="ko-KR" sz="1800" b="1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ea typeface="맑은 고딕" panose="020B0503020000020004" pitchFamily="34" charset="-127"/>
                        </a:rPr>
                        <a:t>)</a:t>
                      </a:r>
                    </a:p>
                  </a:txBody>
                  <a:tcPr marL="14480" marR="14480" marT="1448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AF2D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sz="21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ea typeface="맑은 고딕" panose="020B0503020000020004" pitchFamily="34" charset="-127"/>
                        </a:rPr>
                        <a:t>0.2</a:t>
                      </a:r>
                      <a:r>
                        <a:rPr lang="en-US" altLang="ko-KR" sz="21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ea typeface="맑은 고딕" panose="020B0503020000020004" pitchFamily="34" charset="-127"/>
                        </a:rPr>
                        <a:t>4</a:t>
                      </a:r>
                      <a:r>
                        <a:rPr lang="ko-KR" sz="21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ea typeface="맑은 고딕" panose="020B0503020000020004" pitchFamily="34" charset="-127"/>
                        </a:rPr>
                        <a:t> </a:t>
                      </a:r>
                    </a:p>
                  </a:txBody>
                  <a:tcPr marL="14480" marR="14480" marT="1448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AF2D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sz="21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ea typeface="맑은 고딕" panose="020B0503020000020004" pitchFamily="34" charset="-127"/>
                        </a:rPr>
                        <a:t>0.3</a:t>
                      </a:r>
                      <a:r>
                        <a:rPr lang="en-US" altLang="ko-KR" sz="21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ea typeface="맑은 고딕" panose="020B0503020000020004" pitchFamily="34" charset="-127"/>
                        </a:rPr>
                        <a:t>7</a:t>
                      </a:r>
                      <a:r>
                        <a:rPr lang="ko-KR" sz="21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ea typeface="맑은 고딕" panose="020B0503020000020004" pitchFamily="34" charset="-127"/>
                        </a:rPr>
                        <a:t> </a:t>
                      </a:r>
                    </a:p>
                  </a:txBody>
                  <a:tcPr marL="14480" marR="14480" marT="1448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AF2D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sz="21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ea typeface="맑은 고딕" panose="020B0503020000020004" pitchFamily="34" charset="-127"/>
                        </a:rPr>
                        <a:t>0.5</a:t>
                      </a:r>
                      <a:r>
                        <a:rPr lang="en-US" altLang="ko-KR" sz="21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ea typeface="맑은 고딕" panose="020B0503020000020004" pitchFamily="34" charset="-127"/>
                        </a:rPr>
                        <a:t>2</a:t>
                      </a:r>
                      <a:r>
                        <a:rPr lang="ko-KR" sz="21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ea typeface="맑은 고딕" panose="020B0503020000020004" pitchFamily="34" charset="-127"/>
                        </a:rPr>
                        <a:t> </a:t>
                      </a:r>
                    </a:p>
                  </a:txBody>
                  <a:tcPr marL="14480" marR="14480" marT="1448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AF2D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sz="21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ea typeface="맑은 고딕" panose="020B0503020000020004" pitchFamily="34" charset="-127"/>
                        </a:rPr>
                        <a:t>0.8</a:t>
                      </a:r>
                      <a:r>
                        <a:rPr lang="en-US" altLang="ko-KR" sz="21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ea typeface="맑은 고딕" panose="020B0503020000020004" pitchFamily="34" charset="-127"/>
                        </a:rPr>
                        <a:t>0</a:t>
                      </a:r>
                      <a:r>
                        <a:rPr lang="ko-KR" sz="21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ea typeface="맑은 고딕" panose="020B0503020000020004" pitchFamily="34" charset="-127"/>
                        </a:rPr>
                        <a:t> </a:t>
                      </a:r>
                    </a:p>
                  </a:txBody>
                  <a:tcPr marL="14480" marR="14480" marT="1448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AF2D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sz="21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ea typeface="맑은 고딕" panose="020B0503020000020004" pitchFamily="34" charset="-127"/>
                        </a:rPr>
                        <a:t>0.2</a:t>
                      </a:r>
                      <a:r>
                        <a:rPr lang="en-US" altLang="ko-KR" sz="21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ea typeface="맑은 고딕" panose="020B0503020000020004" pitchFamily="34" charset="-127"/>
                        </a:rPr>
                        <a:t>9</a:t>
                      </a:r>
                      <a:r>
                        <a:rPr lang="ko-KR" sz="21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ea typeface="맑은 고딕" panose="020B0503020000020004" pitchFamily="34" charset="-127"/>
                        </a:rPr>
                        <a:t> </a:t>
                      </a:r>
                    </a:p>
                  </a:txBody>
                  <a:tcPr marL="14480" marR="14480" marT="1448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AF2D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sz="21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ea typeface="맑은 고딕" panose="020B0503020000020004" pitchFamily="34" charset="-127"/>
                        </a:rPr>
                        <a:t>0.4</a:t>
                      </a:r>
                      <a:r>
                        <a:rPr lang="en-US" altLang="ko-KR" sz="21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ea typeface="맑은 고딕" panose="020B0503020000020004" pitchFamily="34" charset="-127"/>
                        </a:rPr>
                        <a:t>5</a:t>
                      </a:r>
                      <a:r>
                        <a:rPr lang="ko-KR" sz="21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ea typeface="맑은 고딕" panose="020B0503020000020004" pitchFamily="34" charset="-127"/>
                        </a:rPr>
                        <a:t> </a:t>
                      </a:r>
                    </a:p>
                  </a:txBody>
                  <a:tcPr marL="14480" marR="14480" marT="1448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AF2D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23908033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749321664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548C5C6-42B2-A4D4-33D4-0496AF9BDA0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BBD7B49A-EDF6-BDC1-2A54-8DEF0D3A7F36}"/>
              </a:ext>
            </a:extLst>
          </p:cNvPr>
          <p:cNvSpPr txBox="1"/>
          <p:nvPr/>
        </p:nvSpPr>
        <p:spPr>
          <a:xfrm>
            <a:off x="0" y="0"/>
            <a:ext cx="4140200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4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Table S1</a:t>
            </a:r>
            <a:endParaRPr lang="ko-KR" altLang="en-US" sz="4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graphicFrame>
        <p:nvGraphicFramePr>
          <p:cNvPr id="3" name="표 2">
            <a:extLst>
              <a:ext uri="{FF2B5EF4-FFF2-40B4-BE49-F238E27FC236}">
                <a16:creationId xmlns:a16="http://schemas.microsoft.com/office/drawing/2014/main" id="{FF529FA8-7799-0ADB-4922-ECBD57484AE1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431347317"/>
              </p:ext>
            </p:extLst>
          </p:nvPr>
        </p:nvGraphicFramePr>
        <p:xfrm>
          <a:off x="2454442" y="157587"/>
          <a:ext cx="8104472" cy="3938622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4052236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4052236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443077">
                <a:tc gridSpan="2">
                  <a:txBody>
                    <a:bodyPr/>
                    <a:lstStyle/>
                    <a:p>
                      <a:pPr marL="0" marR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2000" b="1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Probe-ineligible Atom classes</a:t>
                      </a:r>
                      <a:endParaRPr lang="ko-KR" altLang="en-US" sz="2000" b="0" dirty="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43077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b="1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C atom</a:t>
                      </a:r>
                      <a:endParaRPr lang="ko-KR" altLang="en-US" b="1" dirty="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5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b="1" dirty="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Alkali metal atoms</a:t>
                      </a:r>
                    </a:p>
                    <a:p>
                      <a:pPr marL="0" marR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b="0" dirty="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(Li, Na, K, Rb)</a:t>
                      </a:r>
                      <a:endParaRPr lang="ko-KR" altLang="en-US" b="0" dirty="0">
                        <a:solidFill>
                          <a:schemeClr val="tx1"/>
                        </a:solidFill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5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43077">
                <a:tc gridSpan="2">
                  <a:txBody>
                    <a:bodyPr/>
                    <a:lstStyle/>
                    <a:p>
                      <a:pPr marL="0" marR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2000" b="1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Probe-eligible Atom classes</a:t>
                      </a:r>
                      <a:endParaRPr lang="ko-KR" altLang="en-US" sz="2000" b="0" dirty="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 hMerge="1">
                  <a:txBody>
                    <a:bodyPr/>
                    <a:lstStyle/>
                    <a:p>
                      <a:pPr algn="ctr" latinLnBrk="1"/>
                      <a:endParaRPr lang="ko-KR" altLang="en-US" b="1" dirty="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5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856113478"/>
                  </a:ext>
                </a:extLst>
              </a:tr>
              <a:tr h="443077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b="1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N atom</a:t>
                      </a:r>
                      <a:endParaRPr lang="ko-KR" altLang="en-US" b="1" dirty="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b="1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O atom</a:t>
                      </a:r>
                      <a:endParaRPr lang="ko-KR" altLang="en-US" b="1" dirty="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43077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b="1" dirty="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P atom</a:t>
                      </a:r>
                      <a:endParaRPr lang="ko-KR" altLang="en-US" b="1" dirty="0">
                        <a:solidFill>
                          <a:schemeClr val="tx1"/>
                        </a:solidFill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b="1" dirty="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S atom</a:t>
                      </a:r>
                      <a:endParaRPr lang="ko-KR" altLang="en-US" b="1" dirty="0">
                        <a:solidFill>
                          <a:schemeClr val="tx1"/>
                        </a:solidFill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  <a:tr h="443077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b="1" dirty="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Halogen atoms</a:t>
                      </a:r>
                      <a:br>
                        <a:rPr lang="en-US" altLang="ko-KR" b="1" dirty="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</a:br>
                      <a:r>
                        <a:rPr lang="en-US" altLang="ko-KR" b="0" dirty="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(F, Cl, Br, I)</a:t>
                      </a:r>
                      <a:endParaRPr lang="ko-KR" altLang="en-US" b="0" dirty="0">
                        <a:solidFill>
                          <a:schemeClr val="tx1"/>
                        </a:solidFill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b="1" dirty="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Non-alkali metal atoms</a:t>
                      </a:r>
                    </a:p>
                    <a:p>
                      <a:pPr marL="0" marR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b="0" dirty="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(Ca, Mg, Zn, Hg, Mn, Co, Fe, Ni, Cu, Cd)</a:t>
                      </a:r>
                      <a:endParaRPr lang="ko-KR" altLang="en-US" b="0" dirty="0">
                        <a:solidFill>
                          <a:schemeClr val="tx1"/>
                        </a:solidFill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1"/>
                  </a:ext>
                </a:extLst>
              </a:tr>
              <a:tr h="443077">
                <a:tc gridSpan="2">
                  <a:txBody>
                    <a:bodyPr/>
                    <a:lstStyle/>
                    <a:p>
                      <a:pPr algn="ctr" latinLnBrk="1"/>
                      <a:r>
                        <a:rPr lang="en-US" altLang="ko-KR" sz="2000" b="1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Extra Atom classes (Probe-ineligible)</a:t>
                      </a:r>
                      <a:endParaRPr lang="ko-KR" altLang="en-US" sz="2000" b="1" dirty="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 hMerge="1">
                  <a:txBody>
                    <a:bodyPr/>
                    <a:lstStyle/>
                    <a:p>
                      <a:pPr algn="ctr" latinLnBrk="1"/>
                      <a:endParaRPr lang="ko-KR" altLang="en-US" b="1" dirty="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224343410"/>
                  </a:ext>
                </a:extLst>
              </a:tr>
              <a:tr h="443077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800" b="1" kern="1200" dirty="0">
                          <a:solidFill>
                            <a:schemeClr val="dk1"/>
                          </a:solidFill>
                          <a:effectLst/>
                          <a:latin typeface="Times New Roman" panose="02020603050405020304" pitchFamily="18" charset="0"/>
                          <a:ea typeface="+mn-ea"/>
                          <a:cs typeface="Times New Roman" panose="02020603050405020304" pitchFamily="18" charset="0"/>
                        </a:rPr>
                        <a:t>Probe class</a:t>
                      </a:r>
                      <a:endParaRPr lang="ko-KR" altLang="en-US" b="1" dirty="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800" b="1" kern="1200" dirty="0">
                          <a:solidFill>
                            <a:schemeClr val="dk1"/>
                          </a:solidFill>
                          <a:effectLst/>
                          <a:latin typeface="Times New Roman" panose="02020603050405020304" pitchFamily="18" charset="0"/>
                          <a:ea typeface="+mn-ea"/>
                          <a:cs typeface="Times New Roman" panose="02020603050405020304" pitchFamily="18" charset="0"/>
                        </a:rPr>
                        <a:t>Other atoms</a:t>
                      </a:r>
                      <a:endParaRPr lang="ko-KR" altLang="en-US" b="1" dirty="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382624777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3" name="표 2">
            <a:extLst>
              <a:ext uri="{FF2B5EF4-FFF2-40B4-BE49-F238E27FC236}">
                <a16:creationId xmlns:a16="http://schemas.microsoft.com/office/drawing/2014/main" id="{548B0F14-0248-F1B6-B61B-91CA136DCBBC}"/>
              </a:ext>
            </a:extLst>
          </p:cNvPr>
          <p:cNvGraphicFramePr>
            <a:graphicFrameLocks noGrp="1"/>
          </p:cNvGraphicFramePr>
          <p:nvPr/>
        </p:nvGraphicFramePr>
        <p:xfrm>
          <a:off x="2641600" y="3144044"/>
          <a:ext cx="6908799" cy="171450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653279">
                  <a:extLst>
                    <a:ext uri="{9D8B030D-6E8A-4147-A177-3AD203B41FA5}">
                      <a16:colId xmlns:a16="http://schemas.microsoft.com/office/drawing/2014/main" val="4175716321"/>
                    </a:ext>
                  </a:extLst>
                </a:gridCol>
                <a:gridCol w="1211345">
                  <a:extLst>
                    <a:ext uri="{9D8B030D-6E8A-4147-A177-3AD203B41FA5}">
                      <a16:colId xmlns:a16="http://schemas.microsoft.com/office/drawing/2014/main" val="3044936608"/>
                    </a:ext>
                  </a:extLst>
                </a:gridCol>
                <a:gridCol w="1220883">
                  <a:extLst>
                    <a:ext uri="{9D8B030D-6E8A-4147-A177-3AD203B41FA5}">
                      <a16:colId xmlns:a16="http://schemas.microsoft.com/office/drawing/2014/main" val="4037480788"/>
                    </a:ext>
                  </a:extLst>
                </a:gridCol>
                <a:gridCol w="1278112">
                  <a:extLst>
                    <a:ext uri="{9D8B030D-6E8A-4147-A177-3AD203B41FA5}">
                      <a16:colId xmlns:a16="http://schemas.microsoft.com/office/drawing/2014/main" val="1292964599"/>
                    </a:ext>
                  </a:extLst>
                </a:gridCol>
                <a:gridCol w="1545180">
                  <a:extLst>
                    <a:ext uri="{9D8B030D-6E8A-4147-A177-3AD203B41FA5}">
                      <a16:colId xmlns:a16="http://schemas.microsoft.com/office/drawing/2014/main" val="1503698027"/>
                    </a:ext>
                  </a:extLst>
                </a:gridCol>
              </a:tblGrid>
              <a:tr h="219075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sz="1100" u="none" strike="noStrike">
                          <a:effectLst/>
                        </a:rPr>
                        <a:t>　</a:t>
                      </a:r>
                      <a:endParaRPr lang="ko-KR" sz="1100" b="0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34" charset="-127"/>
                        <a:ea typeface="맑은 고딕" panose="020B0503020000020004" pitchFamily="34" charset="-127"/>
                      </a:endParaRPr>
                    </a:p>
                  </a:txBody>
                  <a:tcPr marL="9525" marR="9525" marT="9525" marB="0" anchor="ctr"/>
                </a:tc>
                <a:tc gridSpan="2"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sz="1100" u="none" strike="noStrike">
                          <a:effectLst/>
                        </a:rPr>
                        <a:t>Capped assignment RMSD (Å)</a:t>
                      </a:r>
                      <a:endParaRPr lang="ko-KR" sz="1100" b="0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34" charset="-127"/>
                        <a:ea typeface="맑은 고딕" panose="020B0503020000020004" pitchFamily="34" charset="-127"/>
                      </a:endParaRPr>
                    </a:p>
                  </a:txBody>
                  <a:tcPr marL="9525" marR="9525" marT="9525" marB="0" anchor="ctr"/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sz="1100" u="none" strike="noStrike">
                          <a:effectLst/>
                        </a:rPr>
                        <a:t>Recall at 1.0 Å (%)</a:t>
                      </a:r>
                      <a:endParaRPr lang="ko-KR" sz="1100" b="0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34" charset="-127"/>
                        <a:ea typeface="맑은 고딕" panose="020B0503020000020004" pitchFamily="34" charset="-127"/>
                      </a:endParaRPr>
                    </a:p>
                  </a:txBody>
                  <a:tcPr marL="9525" marR="9525" marT="9525" marB="0" anchor="ctr"/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189423686"/>
                  </a:ext>
                </a:extLst>
              </a:tr>
              <a:tr h="219075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sz="1100" u="none" strike="noStrike">
                          <a:effectLst/>
                        </a:rPr>
                        <a:t>training set size</a:t>
                      </a:r>
                      <a:endParaRPr lang="ko-KR" sz="1100" b="0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34" charset="-127"/>
                        <a:ea typeface="맑은 고딕" panose="020B0503020000020004" pitchFamily="34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sz="1100" u="none" strike="noStrike">
                          <a:effectLst/>
                        </a:rPr>
                        <a:t>n=1</a:t>
                      </a:r>
                      <a:endParaRPr lang="ko-KR" sz="1100" b="0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34" charset="-127"/>
                        <a:ea typeface="맑은 고딕" panose="020B0503020000020004" pitchFamily="34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sz="1100" u="none" strike="noStrike">
                          <a:effectLst/>
                        </a:rPr>
                        <a:t>n=3</a:t>
                      </a:r>
                      <a:endParaRPr lang="ko-KR" sz="1100" b="0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34" charset="-127"/>
                        <a:ea typeface="맑은 고딕" panose="020B0503020000020004" pitchFamily="34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sz="1100" u="none" strike="noStrike">
                          <a:effectLst/>
                        </a:rPr>
                        <a:t>n=1</a:t>
                      </a:r>
                      <a:endParaRPr lang="ko-KR" sz="1100" b="0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34" charset="-127"/>
                        <a:ea typeface="맑은 고딕" panose="020B0503020000020004" pitchFamily="34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sz="1100" u="none" strike="noStrike">
                          <a:effectLst/>
                        </a:rPr>
                        <a:t>n=3</a:t>
                      </a:r>
                      <a:endParaRPr lang="ko-KR" sz="1100" b="0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34" charset="-127"/>
                        <a:ea typeface="맑은 고딕" panose="020B0503020000020004" pitchFamily="34" charset="-127"/>
                      </a:endParaRP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331602331"/>
                  </a:ext>
                </a:extLst>
              </a:tr>
              <a:tr h="219075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sz="1100" u="none" strike="noStrike">
                          <a:effectLst/>
                        </a:rPr>
                        <a:t>125</a:t>
                      </a:r>
                      <a:endParaRPr lang="ko-KR" sz="1100" b="0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34" charset="-127"/>
                        <a:ea typeface="맑은 고딕" panose="020B0503020000020004" pitchFamily="34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sz="1100" u="none" strike="noStrike">
                          <a:effectLst/>
                        </a:rPr>
                        <a:t>5.47 </a:t>
                      </a:r>
                      <a:endParaRPr lang="ko-KR" sz="1100" b="0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34" charset="-127"/>
                        <a:ea typeface="맑은 고딕" panose="020B0503020000020004" pitchFamily="34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sz="1100" u="none" strike="noStrike">
                          <a:effectLst/>
                        </a:rPr>
                        <a:t>2.10 </a:t>
                      </a:r>
                      <a:endParaRPr lang="ko-KR" sz="1100" b="0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34" charset="-127"/>
                        <a:ea typeface="맑은 고딕" panose="020B0503020000020004" pitchFamily="34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sz="1100" u="none" strike="noStrike">
                          <a:effectLst/>
                        </a:rPr>
                        <a:t>35 </a:t>
                      </a:r>
                      <a:endParaRPr lang="ko-KR" sz="1100" b="0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34" charset="-127"/>
                        <a:ea typeface="맑은 고딕" panose="020B0503020000020004" pitchFamily="34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sz="1100" u="none" strike="noStrike">
                          <a:effectLst/>
                        </a:rPr>
                        <a:t>48 </a:t>
                      </a:r>
                      <a:endParaRPr lang="ko-KR" sz="1100" b="0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34" charset="-127"/>
                        <a:ea typeface="맑은 고딕" panose="020B0503020000020004" pitchFamily="34" charset="-127"/>
                      </a:endParaRP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1546074971"/>
                  </a:ext>
                </a:extLst>
              </a:tr>
              <a:tr h="20955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sz="1100" u="none" strike="noStrike">
                          <a:effectLst/>
                        </a:rPr>
                        <a:t>250</a:t>
                      </a:r>
                      <a:endParaRPr lang="ko-KR" sz="1100" b="0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34" charset="-127"/>
                        <a:ea typeface="맑은 고딕" panose="020B0503020000020004" pitchFamily="34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sz="1100" u="none" strike="noStrike">
                          <a:effectLst/>
                        </a:rPr>
                        <a:t>5.44 </a:t>
                      </a:r>
                      <a:endParaRPr lang="ko-KR" sz="1100" b="0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34" charset="-127"/>
                        <a:ea typeface="맑은 고딕" panose="020B0503020000020004" pitchFamily="34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sz="1100" u="none" strike="noStrike">
                          <a:effectLst/>
                        </a:rPr>
                        <a:t>2.06 </a:t>
                      </a:r>
                      <a:endParaRPr lang="ko-KR" sz="1100" b="0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34" charset="-127"/>
                        <a:ea typeface="맑은 고딕" panose="020B0503020000020004" pitchFamily="34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sz="1100" u="none" strike="noStrike">
                          <a:effectLst/>
                        </a:rPr>
                        <a:t>38 </a:t>
                      </a:r>
                      <a:endParaRPr lang="ko-KR" sz="1100" b="0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34" charset="-127"/>
                        <a:ea typeface="맑은 고딕" panose="020B0503020000020004" pitchFamily="34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sz="1100" u="none" strike="noStrike">
                          <a:effectLst/>
                        </a:rPr>
                        <a:t>52 </a:t>
                      </a:r>
                      <a:endParaRPr lang="ko-KR" sz="1100" b="0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34" charset="-127"/>
                        <a:ea typeface="맑은 고딕" panose="020B0503020000020004" pitchFamily="34" charset="-127"/>
                      </a:endParaRP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737886557"/>
                  </a:ext>
                </a:extLst>
              </a:tr>
              <a:tr h="20955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sz="1100" u="none" strike="noStrike">
                          <a:effectLst/>
                        </a:rPr>
                        <a:t>500</a:t>
                      </a:r>
                      <a:endParaRPr lang="ko-KR" sz="1100" b="0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34" charset="-127"/>
                        <a:ea typeface="맑은 고딕" panose="020B0503020000020004" pitchFamily="34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sz="1100" u="none" strike="noStrike">
                          <a:effectLst/>
                        </a:rPr>
                        <a:t>5.36 </a:t>
                      </a:r>
                      <a:endParaRPr lang="ko-KR" sz="1100" b="0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34" charset="-127"/>
                        <a:ea typeface="맑은 고딕" panose="020B0503020000020004" pitchFamily="34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sz="1100" u="none" strike="noStrike">
                          <a:effectLst/>
                        </a:rPr>
                        <a:t>1.96 </a:t>
                      </a:r>
                      <a:endParaRPr lang="ko-KR" sz="1100" b="0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34" charset="-127"/>
                        <a:ea typeface="맑은 고딕" panose="020B0503020000020004" pitchFamily="34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sz="1100" u="none" strike="noStrike">
                          <a:effectLst/>
                        </a:rPr>
                        <a:t>43 </a:t>
                      </a:r>
                      <a:endParaRPr lang="ko-KR" sz="1100" b="0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34" charset="-127"/>
                        <a:ea typeface="맑은 고딕" panose="020B0503020000020004" pitchFamily="34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sz="1100" u="none" strike="noStrike">
                          <a:effectLst/>
                        </a:rPr>
                        <a:t>59 </a:t>
                      </a:r>
                      <a:endParaRPr lang="ko-KR" sz="1100" b="0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34" charset="-127"/>
                        <a:ea typeface="맑은 고딕" panose="020B0503020000020004" pitchFamily="34" charset="-127"/>
                      </a:endParaRP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3904694835"/>
                  </a:ext>
                </a:extLst>
              </a:tr>
              <a:tr h="20955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sz="1100" u="none" strike="noStrike">
                          <a:effectLst/>
                        </a:rPr>
                        <a:t>1000</a:t>
                      </a:r>
                      <a:endParaRPr lang="ko-KR" sz="1100" b="0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34" charset="-127"/>
                        <a:ea typeface="맑은 고딕" panose="020B0503020000020004" pitchFamily="34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sz="1100" u="none" strike="noStrike">
                          <a:effectLst/>
                        </a:rPr>
                        <a:t>5.32 </a:t>
                      </a:r>
                      <a:endParaRPr lang="ko-KR" sz="1100" b="0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34" charset="-127"/>
                        <a:ea typeface="맑은 고딕" panose="020B0503020000020004" pitchFamily="34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sz="1100" u="none" strike="noStrike">
                          <a:effectLst/>
                        </a:rPr>
                        <a:t>1.91 </a:t>
                      </a:r>
                      <a:endParaRPr lang="ko-KR" sz="1100" b="0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34" charset="-127"/>
                        <a:ea typeface="맑은 고딕" panose="020B0503020000020004" pitchFamily="34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sz="1100" u="none" strike="noStrike">
                          <a:effectLst/>
                        </a:rPr>
                        <a:t>45 </a:t>
                      </a:r>
                      <a:endParaRPr lang="ko-KR" sz="1100" b="0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34" charset="-127"/>
                        <a:ea typeface="맑은 고딕" panose="020B0503020000020004" pitchFamily="34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sz="1100" u="none" strike="noStrike">
                          <a:effectLst/>
                        </a:rPr>
                        <a:t>62 </a:t>
                      </a:r>
                      <a:endParaRPr lang="ko-KR" sz="1100" b="0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34" charset="-127"/>
                        <a:ea typeface="맑은 고딕" panose="020B0503020000020004" pitchFamily="34" charset="-127"/>
                      </a:endParaRP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106670733"/>
                  </a:ext>
                </a:extLst>
              </a:tr>
              <a:tr h="20955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sz="1100" u="none" strike="noStrike">
                          <a:effectLst/>
                        </a:rPr>
                        <a:t>2000</a:t>
                      </a:r>
                      <a:endParaRPr lang="ko-KR" sz="1100" b="0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34" charset="-127"/>
                        <a:ea typeface="맑은 고딕" panose="020B0503020000020004" pitchFamily="34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sz="1100" u="none" strike="noStrike">
                          <a:effectLst/>
                        </a:rPr>
                        <a:t>5.24 </a:t>
                      </a:r>
                      <a:endParaRPr lang="ko-KR" sz="1100" b="0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34" charset="-127"/>
                        <a:ea typeface="맑은 고딕" panose="020B0503020000020004" pitchFamily="34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sz="1100" u="none" strike="noStrike">
                          <a:effectLst/>
                        </a:rPr>
                        <a:t>1.84 </a:t>
                      </a:r>
                      <a:endParaRPr lang="ko-KR" sz="1100" b="0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34" charset="-127"/>
                        <a:ea typeface="맑은 고딕" panose="020B0503020000020004" pitchFamily="34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sz="1100" u="none" strike="noStrike">
                          <a:effectLst/>
                        </a:rPr>
                        <a:t>48 </a:t>
                      </a:r>
                      <a:endParaRPr lang="ko-KR" sz="1100" b="0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34" charset="-127"/>
                        <a:ea typeface="맑은 고딕" panose="020B0503020000020004" pitchFamily="34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sz="1100" u="none" strike="noStrike">
                          <a:effectLst/>
                        </a:rPr>
                        <a:t>65 </a:t>
                      </a:r>
                      <a:endParaRPr lang="ko-KR" sz="1100" b="0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34" charset="-127"/>
                        <a:ea typeface="맑은 고딕" panose="020B0503020000020004" pitchFamily="34" charset="-127"/>
                      </a:endParaRP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1047439039"/>
                  </a:ext>
                </a:extLst>
              </a:tr>
              <a:tr h="219075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sz="1100" u="none" strike="noStrike" dirty="0">
                          <a:effectLst/>
                        </a:rPr>
                        <a:t>3971</a:t>
                      </a:r>
                      <a:endParaRPr lang="ko-KR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34" charset="-127"/>
                        <a:ea typeface="맑은 고딕" panose="020B0503020000020004" pitchFamily="34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sz="1100" u="none" strike="noStrike">
                          <a:effectLst/>
                        </a:rPr>
                        <a:t>5.19 </a:t>
                      </a:r>
                      <a:endParaRPr lang="ko-KR" sz="1100" b="0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34" charset="-127"/>
                        <a:ea typeface="맑은 고딕" panose="020B0503020000020004" pitchFamily="34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sz="1100" u="none" strike="noStrike">
                          <a:effectLst/>
                        </a:rPr>
                        <a:t>1.79 </a:t>
                      </a:r>
                      <a:endParaRPr lang="ko-KR" sz="1100" b="0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34" charset="-127"/>
                        <a:ea typeface="맑은 고딕" panose="020B0503020000020004" pitchFamily="34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sz="1100" u="none" strike="noStrike">
                          <a:effectLst/>
                        </a:rPr>
                        <a:t>50 </a:t>
                      </a:r>
                      <a:endParaRPr lang="ko-KR" sz="1100" b="0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34" charset="-127"/>
                        <a:ea typeface="맑은 고딕" panose="020B0503020000020004" pitchFamily="34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sz="1100" u="none" strike="noStrike" dirty="0">
                          <a:effectLst/>
                        </a:rPr>
                        <a:t>67 </a:t>
                      </a:r>
                      <a:endParaRPr lang="ko-KR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34" charset="-127"/>
                        <a:ea typeface="맑은 고딕" panose="020B0503020000020004" pitchFamily="34" charset="-127"/>
                      </a:endParaRP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2838890641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767749983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맑은 고딕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맑은 고딕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6436</TotalTime>
  <Words>602</Words>
  <Application>Microsoft Office PowerPoint</Application>
  <PresentationFormat>와이드스크린</PresentationFormat>
  <Paragraphs>243</Paragraphs>
  <Slides>22</Slides>
  <Notes>1</Notes>
  <HiddenSlides>0</HiddenSlides>
  <MMClips>0</MMClips>
  <ScaleCrop>false</ScaleCrop>
  <HeadingPairs>
    <vt:vector size="6" baseType="variant">
      <vt:variant>
        <vt:lpstr>사용한 글꼴</vt:lpstr>
      </vt:variant>
      <vt:variant>
        <vt:i4>4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22</vt:i4>
      </vt:variant>
    </vt:vector>
  </HeadingPairs>
  <TitlesOfParts>
    <vt:vector size="27" baseType="lpstr">
      <vt:lpstr>맑은 고딕</vt:lpstr>
      <vt:lpstr>Arial</vt:lpstr>
      <vt:lpstr>Cambria Math</vt:lpstr>
      <vt:lpstr>Times New Roman</vt:lpstr>
      <vt:lpstr>Office 테마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프레젠테이션</dc:title>
  <dc:creator>shado</dc:creator>
  <cp:lastModifiedBy>SANGWOO PARK</cp:lastModifiedBy>
  <cp:revision>390</cp:revision>
  <dcterms:created xsi:type="dcterms:W3CDTF">2024-01-17T11:40:54Z</dcterms:created>
  <dcterms:modified xsi:type="dcterms:W3CDTF">2026-10-14T05:44:32Z</dcterms:modified>
</cp:coreProperties>
</file>